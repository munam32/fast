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F7E0D-38D7-40F0-93DC-0D7F800A1068}" type="datetimeFigureOut">
              <a:rPr lang="en-PK" smtClean="0"/>
              <a:t>28/10/2023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99269-0CD0-422A-9C1C-299157C479E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334584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F7E0D-38D7-40F0-93DC-0D7F800A1068}" type="datetimeFigureOut">
              <a:rPr lang="en-PK" smtClean="0"/>
              <a:t>28/10/2023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99269-0CD0-422A-9C1C-299157C479E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614337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F7E0D-38D7-40F0-93DC-0D7F800A1068}" type="datetimeFigureOut">
              <a:rPr lang="en-PK" smtClean="0"/>
              <a:t>28/10/2023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99269-0CD0-422A-9C1C-299157C479E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239523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F7E0D-38D7-40F0-93DC-0D7F800A1068}" type="datetimeFigureOut">
              <a:rPr lang="en-PK" smtClean="0"/>
              <a:t>28/10/2023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99269-0CD0-422A-9C1C-299157C479E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742080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F7E0D-38D7-40F0-93DC-0D7F800A1068}" type="datetimeFigureOut">
              <a:rPr lang="en-PK" smtClean="0"/>
              <a:t>28/10/2023</a:t>
            </a:fld>
            <a:endParaRPr lang="en-P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99269-0CD0-422A-9C1C-299157C479E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742640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F7E0D-38D7-40F0-93DC-0D7F800A1068}" type="datetimeFigureOut">
              <a:rPr lang="en-PK" smtClean="0"/>
              <a:t>28/10/2023</a:t>
            </a:fld>
            <a:endParaRPr lang="en-P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99269-0CD0-422A-9C1C-299157C479E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09987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F7E0D-38D7-40F0-93DC-0D7F800A1068}" type="datetimeFigureOut">
              <a:rPr lang="en-PK" smtClean="0"/>
              <a:t>28/10/2023</a:t>
            </a:fld>
            <a:endParaRPr lang="en-P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99269-0CD0-422A-9C1C-299157C479E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69613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F7E0D-38D7-40F0-93DC-0D7F800A1068}" type="datetimeFigureOut">
              <a:rPr lang="en-PK" smtClean="0"/>
              <a:t>28/10/2023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99269-0CD0-422A-9C1C-299157C479E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205307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BC8F7E0D-38D7-40F0-93DC-0D7F800A1068}" type="datetimeFigureOut">
              <a:rPr lang="en-PK" smtClean="0"/>
              <a:t>28/10/2023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14299269-0CD0-422A-9C1C-299157C479E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67428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F7E0D-38D7-40F0-93DC-0D7F800A1068}" type="datetimeFigureOut">
              <a:rPr lang="en-PK" smtClean="0"/>
              <a:t>28/10/2023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99269-0CD0-422A-9C1C-299157C479E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824512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F7E0D-38D7-40F0-93DC-0D7F800A1068}" type="datetimeFigureOut">
              <a:rPr lang="en-PK" smtClean="0"/>
              <a:t>28/10/2023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99269-0CD0-422A-9C1C-299157C479E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6455821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F7E0D-38D7-40F0-93DC-0D7F800A1068}" type="datetimeFigureOut">
              <a:rPr lang="en-PK" smtClean="0"/>
              <a:t>28/10/2023</a:t>
            </a:fld>
            <a:endParaRPr lang="en-P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99269-0CD0-422A-9C1C-299157C479E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968364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F7E0D-38D7-40F0-93DC-0D7F800A1068}" type="datetimeFigureOut">
              <a:rPr lang="en-PK" smtClean="0"/>
              <a:t>28/10/2023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99269-0CD0-422A-9C1C-299157C479E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4930365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F7E0D-38D7-40F0-93DC-0D7F800A1068}" type="datetimeFigureOut">
              <a:rPr lang="en-PK" smtClean="0"/>
              <a:t>28/10/2023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99269-0CD0-422A-9C1C-299157C479E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946655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P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BC8F7E0D-38D7-40F0-93DC-0D7F800A1068}" type="datetimeFigureOut">
              <a:rPr lang="en-PK" smtClean="0"/>
              <a:t>28/10/2023</a:t>
            </a:fld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14299269-0CD0-422A-9C1C-299157C479E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06817375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A1612-CFDD-4D6E-8F14-9113734E7B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Violent Video Games</a:t>
            </a:r>
            <a:br>
              <a:rPr lang="en-US" dirty="0"/>
            </a:br>
            <a:r>
              <a:rPr lang="en-US" dirty="0"/>
              <a:t>(Cause &amp; Effect)</a:t>
            </a: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B165B4-1292-812F-DB84-475D0EAD70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By Abdul Munam Aziz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302818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7B0F7-EEF2-B287-438C-FDEF4C288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Introductory Paragraph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FE75E2-88EF-5CD2-E80E-60A698CFB0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7628444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Quotable</Template>
  <TotalTime>72</TotalTime>
  <Words>15</Words>
  <Application>Microsoft Office PowerPoint</Application>
  <PresentationFormat>Widescreen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Century Gothic</vt:lpstr>
      <vt:lpstr>Wingdings 2</vt:lpstr>
      <vt:lpstr>Quotable</vt:lpstr>
      <vt:lpstr>Violent Video Games (Cause &amp; Effect)</vt:lpstr>
      <vt:lpstr>Introductory Paragraph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Violent Video Games (Cause &amp; Effect)</dc:title>
  <dc:creator>abdul munam</dc:creator>
  <cp:lastModifiedBy>abdul munam</cp:lastModifiedBy>
  <cp:revision>1</cp:revision>
  <dcterms:created xsi:type="dcterms:W3CDTF">2023-10-28T14:49:07Z</dcterms:created>
  <dcterms:modified xsi:type="dcterms:W3CDTF">2023-10-28T16:01:59Z</dcterms:modified>
</cp:coreProperties>
</file>