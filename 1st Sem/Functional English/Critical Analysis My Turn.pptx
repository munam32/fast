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handoutMasterIdLst>
    <p:handoutMasterId r:id="rId15"/>
  </p:handoutMasterIdLst>
  <p:sldIdLst>
    <p:sldId id="267" r:id="rId5"/>
    <p:sldId id="259" r:id="rId6"/>
    <p:sldId id="270" r:id="rId7"/>
    <p:sldId id="257" r:id="rId8"/>
    <p:sldId id="271" r:id="rId9"/>
    <p:sldId id="258" r:id="rId10"/>
    <p:sldId id="272" r:id="rId11"/>
    <p:sldId id="274" r:id="rId12"/>
    <p:sldId id="275" r:id="rId13"/>
    <p:sldId id="26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EFED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06799F8-075E-4A3A-A7F6-7FBC6576F1A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712" autoAdjust="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22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05FCAB-2BDA-4A1A-88C5-90C46EA69ED6}" type="doc">
      <dgm:prSet loTypeId="urn:microsoft.com/office/officeart/2005/8/layout/hierarchy1" loCatId="hierarchy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518D0E1-E631-4151-89D3-1CBB7444FB85}">
      <dgm:prSet/>
      <dgm:spPr>
        <a:ln>
          <a:solidFill>
            <a:srgbClr val="1F497D"/>
          </a:solidFill>
        </a:ln>
      </dgm:spPr>
      <dgm:t>
        <a:bodyPr/>
        <a:lstStyle/>
        <a:p>
          <a:r>
            <a:rPr lang="en-US" dirty="0"/>
            <a:t>The tone of the author is </a:t>
          </a:r>
          <a:r>
            <a:rPr lang="en-US" b="1" dirty="0">
              <a:solidFill>
                <a:srgbClr val="FF0000"/>
              </a:solidFill>
            </a:rPr>
            <a:t>nostalgic</a:t>
          </a:r>
          <a:r>
            <a:rPr lang="en-US" dirty="0"/>
            <a:t> as she is recalling her past memories to which she is emotionally attached</a:t>
          </a:r>
        </a:p>
      </dgm:t>
    </dgm:pt>
    <dgm:pt modelId="{65340D57-EF59-4202-91A3-685B192D4C3B}" type="parTrans" cxnId="{C5EDCE85-F389-4779-917B-07B6C0B68E1C}">
      <dgm:prSet/>
      <dgm:spPr/>
      <dgm:t>
        <a:bodyPr/>
        <a:lstStyle/>
        <a:p>
          <a:endParaRPr lang="en-US"/>
        </a:p>
      </dgm:t>
    </dgm:pt>
    <dgm:pt modelId="{8B4F9B35-16D1-4AC0-86E3-54009DFB4956}" type="sibTrans" cxnId="{C5EDCE85-F389-4779-917B-07B6C0B68E1C}">
      <dgm:prSet/>
      <dgm:spPr/>
      <dgm:t>
        <a:bodyPr/>
        <a:lstStyle/>
        <a:p>
          <a:endParaRPr lang="en-US"/>
        </a:p>
      </dgm:t>
    </dgm:pt>
    <dgm:pt modelId="{54E07EB4-8192-4B0C-B19E-27EF09C5B398}">
      <dgm:prSet/>
      <dgm:spPr>
        <a:ln>
          <a:solidFill>
            <a:srgbClr val="1F497D"/>
          </a:solidFill>
        </a:ln>
      </dgm:spPr>
      <dgm:t>
        <a:bodyPr/>
        <a:lstStyle/>
        <a:p>
          <a:r>
            <a:rPr lang="en-US" dirty="0"/>
            <a:t>The pattern of organization observed in this short story is </a:t>
          </a:r>
          <a:r>
            <a:rPr lang="en-US" b="1" dirty="0">
              <a:solidFill>
                <a:srgbClr val="FF0000"/>
              </a:solidFill>
            </a:rPr>
            <a:t>chronological</a:t>
          </a:r>
          <a:r>
            <a:rPr lang="en-US" dirty="0"/>
            <a:t> as the author describes the past events in an orderly fashion first about her journey to oxford and then the events that occurred back at home.</a:t>
          </a:r>
        </a:p>
      </dgm:t>
    </dgm:pt>
    <dgm:pt modelId="{4BF9AEF5-E540-4289-9C32-E89B726334D6}" type="parTrans" cxnId="{87CE6D9B-63A2-49E3-B08B-DF8A4BC8BE5E}">
      <dgm:prSet/>
      <dgm:spPr/>
      <dgm:t>
        <a:bodyPr/>
        <a:lstStyle/>
        <a:p>
          <a:endParaRPr lang="en-US"/>
        </a:p>
      </dgm:t>
    </dgm:pt>
    <dgm:pt modelId="{9EF0D7DF-1474-40F4-AB06-12CDC104D90B}" type="sibTrans" cxnId="{87CE6D9B-63A2-49E3-B08B-DF8A4BC8BE5E}">
      <dgm:prSet/>
      <dgm:spPr/>
      <dgm:t>
        <a:bodyPr/>
        <a:lstStyle/>
        <a:p>
          <a:endParaRPr lang="en-US"/>
        </a:p>
      </dgm:t>
    </dgm:pt>
    <dgm:pt modelId="{E34A7C06-50C3-4DFE-8638-586DCEFFD9A1}" type="pres">
      <dgm:prSet presAssocID="{C005FCAB-2BDA-4A1A-88C5-90C46EA69ED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607041A-7D65-4613-B222-842ED37A6338}" type="pres">
      <dgm:prSet presAssocID="{E518D0E1-E631-4151-89D3-1CBB7444FB85}" presName="hierRoot1" presStyleCnt="0"/>
      <dgm:spPr/>
    </dgm:pt>
    <dgm:pt modelId="{6CF9EBFD-BD2E-45CD-A079-9109BDBB52CC}" type="pres">
      <dgm:prSet presAssocID="{E518D0E1-E631-4151-89D3-1CBB7444FB85}" presName="composite" presStyleCnt="0"/>
      <dgm:spPr/>
    </dgm:pt>
    <dgm:pt modelId="{9A785CCE-A534-433F-ABBF-53B85B4F42CF}" type="pres">
      <dgm:prSet presAssocID="{E518D0E1-E631-4151-89D3-1CBB7444FB85}" presName="background" presStyleLbl="node0" presStyleIdx="0" presStyleCnt="2"/>
      <dgm:spPr>
        <a:solidFill>
          <a:srgbClr val="1F497D"/>
        </a:solidFill>
      </dgm:spPr>
    </dgm:pt>
    <dgm:pt modelId="{A4982D6D-D65E-40E3-87D1-2F370A4FC6B7}" type="pres">
      <dgm:prSet presAssocID="{E518D0E1-E631-4151-89D3-1CBB7444FB85}" presName="text" presStyleLbl="fgAcc0" presStyleIdx="0" presStyleCnt="2">
        <dgm:presLayoutVars>
          <dgm:chPref val="3"/>
        </dgm:presLayoutVars>
      </dgm:prSet>
      <dgm:spPr/>
    </dgm:pt>
    <dgm:pt modelId="{D78988E6-3DA3-4C5F-A70B-C3E3270B079D}" type="pres">
      <dgm:prSet presAssocID="{E518D0E1-E631-4151-89D3-1CBB7444FB85}" presName="hierChild2" presStyleCnt="0"/>
      <dgm:spPr/>
    </dgm:pt>
    <dgm:pt modelId="{4C4FADD1-F5C2-455D-99F2-F5C95F231C99}" type="pres">
      <dgm:prSet presAssocID="{54E07EB4-8192-4B0C-B19E-27EF09C5B398}" presName="hierRoot1" presStyleCnt="0"/>
      <dgm:spPr/>
    </dgm:pt>
    <dgm:pt modelId="{E1D92FCE-EB9F-4607-B90A-B7BB07C729E5}" type="pres">
      <dgm:prSet presAssocID="{54E07EB4-8192-4B0C-B19E-27EF09C5B398}" presName="composite" presStyleCnt="0"/>
      <dgm:spPr/>
    </dgm:pt>
    <dgm:pt modelId="{4F2AC0AC-0035-4114-B14A-9FA9F4F3D3B7}" type="pres">
      <dgm:prSet presAssocID="{54E07EB4-8192-4B0C-B19E-27EF09C5B398}" presName="background" presStyleLbl="node0" presStyleIdx="1" presStyleCnt="2"/>
      <dgm:spPr>
        <a:solidFill>
          <a:srgbClr val="1F497D"/>
        </a:solidFill>
      </dgm:spPr>
    </dgm:pt>
    <dgm:pt modelId="{1F84DAD5-A4E4-415E-9451-DABBE9AA15BB}" type="pres">
      <dgm:prSet presAssocID="{54E07EB4-8192-4B0C-B19E-27EF09C5B398}" presName="text" presStyleLbl="fgAcc0" presStyleIdx="1" presStyleCnt="2">
        <dgm:presLayoutVars>
          <dgm:chPref val="3"/>
        </dgm:presLayoutVars>
      </dgm:prSet>
      <dgm:spPr/>
    </dgm:pt>
    <dgm:pt modelId="{049F1115-015C-438E-B1DD-52F27090CF53}" type="pres">
      <dgm:prSet presAssocID="{54E07EB4-8192-4B0C-B19E-27EF09C5B398}" presName="hierChild2" presStyleCnt="0"/>
      <dgm:spPr/>
    </dgm:pt>
  </dgm:ptLst>
  <dgm:cxnLst>
    <dgm:cxn modelId="{60A44D1F-42CA-4F86-8C0B-DF15D7626E5A}" type="presOf" srcId="{E518D0E1-E631-4151-89D3-1CBB7444FB85}" destId="{A4982D6D-D65E-40E3-87D1-2F370A4FC6B7}" srcOrd="0" destOrd="0" presId="urn:microsoft.com/office/officeart/2005/8/layout/hierarchy1"/>
    <dgm:cxn modelId="{85DA3A3B-BA72-4DA7-8BD4-D5A26E82A7E7}" type="presOf" srcId="{C005FCAB-2BDA-4A1A-88C5-90C46EA69ED6}" destId="{E34A7C06-50C3-4DFE-8638-586DCEFFD9A1}" srcOrd="0" destOrd="0" presId="urn:microsoft.com/office/officeart/2005/8/layout/hierarchy1"/>
    <dgm:cxn modelId="{68041B6A-647A-4F42-8B39-23C07BFE383C}" type="presOf" srcId="{54E07EB4-8192-4B0C-B19E-27EF09C5B398}" destId="{1F84DAD5-A4E4-415E-9451-DABBE9AA15BB}" srcOrd="0" destOrd="0" presId="urn:microsoft.com/office/officeart/2005/8/layout/hierarchy1"/>
    <dgm:cxn modelId="{C5EDCE85-F389-4779-917B-07B6C0B68E1C}" srcId="{C005FCAB-2BDA-4A1A-88C5-90C46EA69ED6}" destId="{E518D0E1-E631-4151-89D3-1CBB7444FB85}" srcOrd="0" destOrd="0" parTransId="{65340D57-EF59-4202-91A3-685B192D4C3B}" sibTransId="{8B4F9B35-16D1-4AC0-86E3-54009DFB4956}"/>
    <dgm:cxn modelId="{87CE6D9B-63A2-49E3-B08B-DF8A4BC8BE5E}" srcId="{C005FCAB-2BDA-4A1A-88C5-90C46EA69ED6}" destId="{54E07EB4-8192-4B0C-B19E-27EF09C5B398}" srcOrd="1" destOrd="0" parTransId="{4BF9AEF5-E540-4289-9C32-E89B726334D6}" sibTransId="{9EF0D7DF-1474-40F4-AB06-12CDC104D90B}"/>
    <dgm:cxn modelId="{3BFB526B-8AA9-4371-BEF4-83357A14B06D}" type="presParOf" srcId="{E34A7C06-50C3-4DFE-8638-586DCEFFD9A1}" destId="{8607041A-7D65-4613-B222-842ED37A6338}" srcOrd="0" destOrd="0" presId="urn:microsoft.com/office/officeart/2005/8/layout/hierarchy1"/>
    <dgm:cxn modelId="{6A54B774-04B2-4E09-8535-55A1D3DD390E}" type="presParOf" srcId="{8607041A-7D65-4613-B222-842ED37A6338}" destId="{6CF9EBFD-BD2E-45CD-A079-9109BDBB52CC}" srcOrd="0" destOrd="0" presId="urn:microsoft.com/office/officeart/2005/8/layout/hierarchy1"/>
    <dgm:cxn modelId="{62D88F34-68F3-49B2-8922-0F239EDC1D32}" type="presParOf" srcId="{6CF9EBFD-BD2E-45CD-A079-9109BDBB52CC}" destId="{9A785CCE-A534-433F-ABBF-53B85B4F42CF}" srcOrd="0" destOrd="0" presId="urn:microsoft.com/office/officeart/2005/8/layout/hierarchy1"/>
    <dgm:cxn modelId="{11727725-7091-44FB-BC79-0D3867333AEA}" type="presParOf" srcId="{6CF9EBFD-BD2E-45CD-A079-9109BDBB52CC}" destId="{A4982D6D-D65E-40E3-87D1-2F370A4FC6B7}" srcOrd="1" destOrd="0" presId="urn:microsoft.com/office/officeart/2005/8/layout/hierarchy1"/>
    <dgm:cxn modelId="{5E9674F5-7384-4418-A1BE-D07A77724FBF}" type="presParOf" srcId="{8607041A-7D65-4613-B222-842ED37A6338}" destId="{D78988E6-3DA3-4C5F-A70B-C3E3270B079D}" srcOrd="1" destOrd="0" presId="urn:microsoft.com/office/officeart/2005/8/layout/hierarchy1"/>
    <dgm:cxn modelId="{185F35B6-4949-44F2-9803-3AD176B85C30}" type="presParOf" srcId="{E34A7C06-50C3-4DFE-8638-586DCEFFD9A1}" destId="{4C4FADD1-F5C2-455D-99F2-F5C95F231C99}" srcOrd="1" destOrd="0" presId="urn:microsoft.com/office/officeart/2005/8/layout/hierarchy1"/>
    <dgm:cxn modelId="{2987A331-9993-45FA-BCF3-77047D1BBD87}" type="presParOf" srcId="{4C4FADD1-F5C2-455D-99F2-F5C95F231C99}" destId="{E1D92FCE-EB9F-4607-B90A-B7BB07C729E5}" srcOrd="0" destOrd="0" presId="urn:microsoft.com/office/officeart/2005/8/layout/hierarchy1"/>
    <dgm:cxn modelId="{310DE84C-247E-4773-9F90-0A403A9D72B8}" type="presParOf" srcId="{E1D92FCE-EB9F-4607-B90A-B7BB07C729E5}" destId="{4F2AC0AC-0035-4114-B14A-9FA9F4F3D3B7}" srcOrd="0" destOrd="0" presId="urn:microsoft.com/office/officeart/2005/8/layout/hierarchy1"/>
    <dgm:cxn modelId="{9E16F5D4-D7B9-4F1F-8B02-4D58B5A553AA}" type="presParOf" srcId="{E1D92FCE-EB9F-4607-B90A-B7BB07C729E5}" destId="{1F84DAD5-A4E4-415E-9451-DABBE9AA15BB}" srcOrd="1" destOrd="0" presId="urn:microsoft.com/office/officeart/2005/8/layout/hierarchy1"/>
    <dgm:cxn modelId="{CE04F68F-7AE1-47A7-A2D7-1D5E8DA5E2FB}" type="presParOf" srcId="{4C4FADD1-F5C2-455D-99F2-F5C95F231C99}" destId="{049F1115-015C-438E-B1DD-52F27090CF5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785CCE-A534-433F-ABBF-53B85B4F42CF}">
      <dsp:nvSpPr>
        <dsp:cNvPr id="0" name=""/>
        <dsp:cNvSpPr/>
      </dsp:nvSpPr>
      <dsp:spPr>
        <a:xfrm>
          <a:off x="1172" y="668117"/>
          <a:ext cx="4113795" cy="2612260"/>
        </a:xfrm>
        <a:prstGeom prst="roundRect">
          <a:avLst>
            <a:gd name="adj" fmla="val 10000"/>
          </a:avLst>
        </a:prstGeom>
        <a:solidFill>
          <a:srgbClr val="1F497D"/>
        </a:solidFill>
        <a:ln w="1905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4982D6D-D65E-40E3-87D1-2F370A4FC6B7}">
      <dsp:nvSpPr>
        <dsp:cNvPr id="0" name=""/>
        <dsp:cNvSpPr/>
      </dsp:nvSpPr>
      <dsp:spPr>
        <a:xfrm>
          <a:off x="458260" y="1102351"/>
          <a:ext cx="4113795" cy="26122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rgbClr val="1F497D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The tone of the author is </a:t>
          </a:r>
          <a:r>
            <a:rPr lang="en-US" sz="2100" b="1" kern="1200" dirty="0">
              <a:solidFill>
                <a:srgbClr val="FF0000"/>
              </a:solidFill>
            </a:rPr>
            <a:t>nostalgic</a:t>
          </a:r>
          <a:r>
            <a:rPr lang="en-US" sz="2100" kern="1200" dirty="0"/>
            <a:t> as she is recalling her past memories to which she is emotionally attached</a:t>
          </a:r>
        </a:p>
      </dsp:txBody>
      <dsp:txXfrm>
        <a:off x="534770" y="1178861"/>
        <a:ext cx="3960775" cy="2459240"/>
      </dsp:txXfrm>
    </dsp:sp>
    <dsp:sp modelId="{4F2AC0AC-0035-4114-B14A-9FA9F4F3D3B7}">
      <dsp:nvSpPr>
        <dsp:cNvPr id="0" name=""/>
        <dsp:cNvSpPr/>
      </dsp:nvSpPr>
      <dsp:spPr>
        <a:xfrm>
          <a:off x="5029144" y="668117"/>
          <a:ext cx="4113795" cy="2612260"/>
        </a:xfrm>
        <a:prstGeom prst="roundRect">
          <a:avLst>
            <a:gd name="adj" fmla="val 10000"/>
          </a:avLst>
        </a:prstGeom>
        <a:solidFill>
          <a:srgbClr val="1F497D"/>
        </a:solidFill>
        <a:ln w="1905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F84DAD5-A4E4-415E-9451-DABBE9AA15BB}">
      <dsp:nvSpPr>
        <dsp:cNvPr id="0" name=""/>
        <dsp:cNvSpPr/>
      </dsp:nvSpPr>
      <dsp:spPr>
        <a:xfrm>
          <a:off x="5486232" y="1102351"/>
          <a:ext cx="4113795" cy="26122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rgbClr val="1F497D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The pattern of organization observed in this short story is </a:t>
          </a:r>
          <a:r>
            <a:rPr lang="en-US" sz="2100" b="1" kern="1200" dirty="0">
              <a:solidFill>
                <a:srgbClr val="FF0000"/>
              </a:solidFill>
            </a:rPr>
            <a:t>chronological</a:t>
          </a:r>
          <a:r>
            <a:rPr lang="en-US" sz="2100" kern="1200" dirty="0"/>
            <a:t> as the author describes the past events in an orderly fashion first about her journey to oxford and then the events that occurred back at home.</a:t>
          </a:r>
        </a:p>
      </dsp:txBody>
      <dsp:txXfrm>
        <a:off x="5562742" y="1178861"/>
        <a:ext cx="3960775" cy="24592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47F476-161E-4A04-A0FB-965A0EEB43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2E49AB-875B-42C8-941C-0DE0DBD2D3F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66B955-9ABA-47D4-BA0F-43D209E6DE06}" type="datetimeFigureOut">
              <a:rPr lang="en-US" smtClean="0"/>
              <a:t>12/4/2023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EFBA4A-EC84-4A1C-951D-F76333FEEC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085306-E124-4DA3-9455-10E28A78FE3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FAA0D8-202C-4D3D-887A-429ECB6FFB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4069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915128" y="1397977"/>
            <a:ext cx="8361229" cy="3007447"/>
          </a:xfrm>
        </p:spPr>
        <p:txBody>
          <a:bodyPr anchor="ctr" anchorCtr="0">
            <a:noAutofit/>
          </a:bodyPr>
          <a:lstStyle>
            <a:lvl1pPr algn="ctr">
              <a:defRPr sz="6600" cap="none" baseline="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4475023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B77EF04-6424-4B70-94D1-FC932CBBDD9B}" type="datetimeFigureOut">
              <a:rPr lang="en-US" noProof="0" smtClean="0"/>
              <a:t>12/4/2023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Add a footer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3" name="L-Shape 12">
            <a:extLst>
              <a:ext uri="{FF2B5EF4-FFF2-40B4-BE49-F238E27FC236}">
                <a16:creationId xmlns:a16="http://schemas.microsoft.com/office/drawing/2014/main" id="{79965FD7-DA9A-4AFB-B8C8-34AC1FEE9F72}"/>
              </a:ext>
            </a:extLst>
          </p:cNvPr>
          <p:cNvSpPr/>
          <p:nvPr userDrawn="1"/>
        </p:nvSpPr>
        <p:spPr>
          <a:xfrm flipV="1">
            <a:off x="887674" y="726883"/>
            <a:ext cx="2772000" cy="4158497"/>
          </a:xfrm>
          <a:prstGeom prst="corner">
            <a:avLst>
              <a:gd name="adj1" fmla="val 7397"/>
              <a:gd name="adj2" fmla="val 775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L-Shape 14">
            <a:extLst>
              <a:ext uri="{FF2B5EF4-FFF2-40B4-BE49-F238E27FC236}">
                <a16:creationId xmlns:a16="http://schemas.microsoft.com/office/drawing/2014/main" id="{92465177-72B9-4DCF-8F98-0C79F3EE32EC}"/>
              </a:ext>
            </a:extLst>
          </p:cNvPr>
          <p:cNvSpPr/>
          <p:nvPr userDrawn="1"/>
        </p:nvSpPr>
        <p:spPr>
          <a:xfrm rot="10800000" flipV="1">
            <a:off x="8532326" y="1820272"/>
            <a:ext cx="2772000" cy="4158497"/>
          </a:xfrm>
          <a:prstGeom prst="corner">
            <a:avLst>
              <a:gd name="adj1" fmla="val 7397"/>
              <a:gd name="adj2" fmla="val 775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L-Shape 7">
            <a:extLst>
              <a:ext uri="{FF2B5EF4-FFF2-40B4-BE49-F238E27FC236}">
                <a16:creationId xmlns:a16="http://schemas.microsoft.com/office/drawing/2014/main" id="{B5516E7A-AEB0-4772-8098-8B0F8B5F1126}"/>
              </a:ext>
            </a:extLst>
          </p:cNvPr>
          <p:cNvSpPr/>
          <p:nvPr userDrawn="1"/>
        </p:nvSpPr>
        <p:spPr>
          <a:xfrm flipV="1">
            <a:off x="752858" y="609652"/>
            <a:ext cx="3152309" cy="4408489"/>
          </a:xfrm>
          <a:prstGeom prst="corner">
            <a:avLst>
              <a:gd name="adj1" fmla="val 6149"/>
              <a:gd name="adj2" fmla="val 681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L-Shape 11">
            <a:extLst>
              <a:ext uri="{FF2B5EF4-FFF2-40B4-BE49-F238E27FC236}">
                <a16:creationId xmlns:a16="http://schemas.microsoft.com/office/drawing/2014/main" id="{E864F603-D3F0-4241-9005-3F6C3BD62BEF}"/>
              </a:ext>
            </a:extLst>
          </p:cNvPr>
          <p:cNvSpPr/>
          <p:nvPr userDrawn="1"/>
        </p:nvSpPr>
        <p:spPr>
          <a:xfrm flipH="1">
            <a:off x="8286318" y="1685652"/>
            <a:ext cx="3152309" cy="4408489"/>
          </a:xfrm>
          <a:prstGeom prst="corner">
            <a:avLst>
              <a:gd name="adj1" fmla="val 6773"/>
              <a:gd name="adj2" fmla="val 681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012958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Second Option">
    <p:bg bwMode="grayWhite">
      <p:bgPr>
        <a:gradFill flip="none" rotWithShape="1">
          <a:gsLst>
            <a:gs pos="0">
              <a:schemeClr val="tx2">
                <a:lumMod val="50000"/>
              </a:schemeClr>
            </a:gs>
            <a:gs pos="34000">
              <a:schemeClr val="tx2"/>
            </a:gs>
            <a:gs pos="66000">
              <a:schemeClr val="tx2">
                <a:lumMod val="75000"/>
              </a:schemeClr>
            </a:gs>
            <a:gs pos="97000">
              <a:schemeClr val="tx2">
                <a:lumMod val="5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-Shape 9">
            <a:extLst>
              <a:ext uri="{FF2B5EF4-FFF2-40B4-BE49-F238E27FC236}">
                <a16:creationId xmlns:a16="http://schemas.microsoft.com/office/drawing/2014/main" id="{13412040-642F-40C5-8AB5-C0E8D41B481B}"/>
              </a:ext>
            </a:extLst>
          </p:cNvPr>
          <p:cNvSpPr/>
          <p:nvPr userDrawn="1"/>
        </p:nvSpPr>
        <p:spPr>
          <a:xfrm flipV="1">
            <a:off x="870090" y="709300"/>
            <a:ext cx="2772000" cy="2772000"/>
          </a:xfrm>
          <a:prstGeom prst="corner">
            <a:avLst>
              <a:gd name="adj1" fmla="val 7397"/>
              <a:gd name="adj2" fmla="val 775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 title="Side bar">
            <a:extLst>
              <a:ext uri="{FF2B5EF4-FFF2-40B4-BE49-F238E27FC236}">
                <a16:creationId xmlns:a16="http://schemas.microsoft.com/office/drawing/2014/main" id="{BADD331D-DA8D-4D47-A2BB-F4875FDB16A4}"/>
              </a:ext>
            </a:extLst>
          </p:cNvPr>
          <p:cNvSpPr/>
          <p:nvPr userDrawn="1"/>
        </p:nvSpPr>
        <p:spPr>
          <a:xfrm rot="5400000">
            <a:off x="5791174" y="457175"/>
            <a:ext cx="609651" cy="1219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97977" y="1151796"/>
            <a:ext cx="9504485" cy="3007447"/>
          </a:xfrm>
        </p:spPr>
        <p:txBody>
          <a:bodyPr anchor="ctr" anchorCtr="0">
            <a:noAutofit/>
          </a:bodyPr>
          <a:lstStyle>
            <a:lvl1pPr algn="ctr">
              <a:defRPr sz="6600" cap="none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97977" y="4897053"/>
            <a:ext cx="9504485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3B77EF04-6424-4B70-94D1-FC932CBBDD9B}" type="datetimeFigureOut">
              <a:rPr lang="en-US" noProof="0" smtClean="0"/>
              <a:pPr/>
              <a:t>12/4/2023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a footer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B38049E5-7B53-4E85-8972-7D6C4BCE5BB9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L-Shape 10">
            <a:extLst>
              <a:ext uri="{FF2B5EF4-FFF2-40B4-BE49-F238E27FC236}">
                <a16:creationId xmlns:a16="http://schemas.microsoft.com/office/drawing/2014/main" id="{68D376A1-CC76-4C90-B2CF-F89EA13E7942}"/>
              </a:ext>
            </a:extLst>
          </p:cNvPr>
          <p:cNvSpPr/>
          <p:nvPr userDrawn="1"/>
        </p:nvSpPr>
        <p:spPr>
          <a:xfrm rot="10800000" flipV="1">
            <a:off x="8549910" y="1820273"/>
            <a:ext cx="2772000" cy="2772000"/>
          </a:xfrm>
          <a:prstGeom prst="corner">
            <a:avLst>
              <a:gd name="adj1" fmla="val 7397"/>
              <a:gd name="adj2" fmla="val 775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L-Shape 7">
            <a:extLst>
              <a:ext uri="{FF2B5EF4-FFF2-40B4-BE49-F238E27FC236}">
                <a16:creationId xmlns:a16="http://schemas.microsoft.com/office/drawing/2014/main" id="{B5516E7A-AEB0-4772-8098-8B0F8B5F1126}"/>
              </a:ext>
            </a:extLst>
          </p:cNvPr>
          <p:cNvSpPr/>
          <p:nvPr userDrawn="1"/>
        </p:nvSpPr>
        <p:spPr>
          <a:xfrm flipV="1">
            <a:off x="752858" y="609652"/>
            <a:ext cx="3152309" cy="3007448"/>
          </a:xfrm>
          <a:prstGeom prst="corner">
            <a:avLst>
              <a:gd name="adj1" fmla="val 6089"/>
              <a:gd name="adj2" fmla="val 6769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L-Shape 11">
            <a:extLst>
              <a:ext uri="{FF2B5EF4-FFF2-40B4-BE49-F238E27FC236}">
                <a16:creationId xmlns:a16="http://schemas.microsoft.com/office/drawing/2014/main" id="{E864F603-D3F0-4241-9005-3F6C3BD62BEF}"/>
              </a:ext>
            </a:extLst>
          </p:cNvPr>
          <p:cNvSpPr/>
          <p:nvPr userDrawn="1"/>
        </p:nvSpPr>
        <p:spPr>
          <a:xfrm flipH="1">
            <a:off x="8286317" y="1685653"/>
            <a:ext cx="3152309" cy="3007448"/>
          </a:xfrm>
          <a:prstGeom prst="corner">
            <a:avLst>
              <a:gd name="adj1" fmla="val 6089"/>
              <a:gd name="adj2" fmla="val 6442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335029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685800"/>
            <a:ext cx="9601200" cy="720213"/>
          </a:xfrm>
        </p:spPr>
        <p:txBody>
          <a:bodyPr>
            <a:no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484671"/>
            <a:ext cx="9601200" cy="438272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12/4/2023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BEFB83C-E1EC-41AC-BFF6-9D094E2D43C6}"/>
              </a:ext>
            </a:extLst>
          </p:cNvPr>
          <p:cNvCxnSpPr/>
          <p:nvPr userDrawn="1"/>
        </p:nvCxnSpPr>
        <p:spPr>
          <a:xfrm>
            <a:off x="1465008" y="1445344"/>
            <a:ext cx="9468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9941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 and Picture">
    <p:bg bwMode="lt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0A2BD38-4A6C-44EB-900D-A3E3AE37854F}"/>
              </a:ext>
            </a:extLst>
          </p:cNvPr>
          <p:cNvSpPr/>
          <p:nvPr userDrawn="1"/>
        </p:nvSpPr>
        <p:spPr>
          <a:xfrm>
            <a:off x="6581723" y="404614"/>
            <a:ext cx="5191176" cy="60487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36000">
                <a:schemeClr val="tx2"/>
              </a:gs>
              <a:gs pos="69000">
                <a:schemeClr val="tx2">
                  <a:lumMod val="75000"/>
                </a:schemeClr>
              </a:gs>
              <a:gs pos="97000">
                <a:schemeClr val="tx2">
                  <a:lumMod val="50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222C1B9-FA56-4CEA-AD98-25A595D942F8}"/>
              </a:ext>
            </a:extLst>
          </p:cNvPr>
          <p:cNvSpPr/>
          <p:nvPr userDrawn="1"/>
        </p:nvSpPr>
        <p:spPr bwMode="white">
          <a:xfrm>
            <a:off x="7040199" y="564425"/>
            <a:ext cx="4356000" cy="4464000"/>
          </a:xfrm>
          <a:prstGeom prst="ellipse">
            <a:avLst/>
          </a:prstGeom>
          <a:noFill/>
          <a:ln w="123825">
            <a:solidFill>
              <a:schemeClr val="accent3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 title="Background Shape"/>
          <p:cNvSpPr/>
          <p:nvPr/>
        </p:nvSpPr>
        <p:spPr>
          <a:xfrm>
            <a:off x="0" y="376"/>
            <a:ext cx="6096000" cy="68576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6246" y="400665"/>
            <a:ext cx="4858460" cy="1428136"/>
          </a:xfrm>
        </p:spPr>
        <p:txBody>
          <a:bodyPr anchor="ctr" anchorCtr="0">
            <a:noAutofit/>
          </a:bodyPr>
          <a:lstStyle>
            <a:lvl1pPr algn="ctr">
              <a:lnSpc>
                <a:spcPct val="84000"/>
              </a:lnSpc>
              <a:defRPr sz="4800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6246" y="2113935"/>
            <a:ext cx="4858460" cy="4247186"/>
          </a:xfr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246" y="6443554"/>
            <a:ext cx="1324322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77EF04-6424-4B70-94D1-FC932CBBDD9B}" type="datetimeFigureOut">
              <a:rPr lang="en-US" noProof="0" smtClean="0"/>
              <a:pPr/>
              <a:t>12/4/2023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825377" y="6453386"/>
            <a:ext cx="2619329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a footer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187939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6024000" y="0"/>
            <a:ext cx="14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786B981-6A78-425B-97A2-BA24E40DB7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45761" y="670570"/>
            <a:ext cx="4151312" cy="4248000"/>
          </a:xfrm>
          <a:prstGeom prst="ellipse">
            <a:avLst/>
          </a:prstGeom>
          <a:ln w="38100">
            <a:solidFill>
              <a:schemeClr val="bg2"/>
            </a:solidFill>
          </a:ln>
          <a:effectLst>
            <a:innerShdw blurRad="114300">
              <a:prstClr val="black"/>
            </a:innerShdw>
          </a:effectLst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7" name="Content Placeholder 15">
            <a:extLst>
              <a:ext uri="{FF2B5EF4-FFF2-40B4-BE49-F238E27FC236}">
                <a16:creationId xmlns:a16="http://schemas.microsoft.com/office/drawing/2014/main" id="{A21C7D74-31FD-4638-819B-6F7351A1770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747294" y="5188236"/>
            <a:ext cx="4858459" cy="1126906"/>
          </a:xfrm>
          <a:solidFill>
            <a:schemeClr val="bg2"/>
          </a:solidFill>
          <a:ln>
            <a:noFill/>
          </a:ln>
          <a:effectLst>
            <a:innerShdw blurRad="114300">
              <a:prstClr val="black"/>
            </a:innerShdw>
          </a:effectLst>
        </p:spPr>
        <p:txBody>
          <a:bodyPr anchor="ctr" anchorCtr="0"/>
          <a:lstStyle>
            <a:lvl1pPr marL="0" indent="0" algn="ctr">
              <a:buNone/>
              <a:defRPr sz="1800">
                <a:solidFill>
                  <a:schemeClr val="tx2">
                    <a:lumMod val="50000"/>
                  </a:schemeClr>
                </a:solidFill>
              </a:defRPr>
            </a:lvl1pPr>
            <a:lvl2pPr marL="530352" indent="0" algn="ctr">
              <a:buNone/>
              <a:defRPr sz="1800">
                <a:solidFill>
                  <a:schemeClr val="tx2">
                    <a:lumMod val="50000"/>
                  </a:schemeClr>
                </a:solidFill>
              </a:defRPr>
            </a:lvl2pPr>
            <a:lvl3pPr marL="987552" indent="0" algn="ctr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3pPr>
            <a:lvl4pPr marL="1444752" indent="0" algn="ctr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1901952" indent="0" algn="ctr">
              <a:buNone/>
              <a:defRPr sz="14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L-Shape 20">
            <a:extLst>
              <a:ext uri="{FF2B5EF4-FFF2-40B4-BE49-F238E27FC236}">
                <a16:creationId xmlns:a16="http://schemas.microsoft.com/office/drawing/2014/main" id="{CB430D22-8AAF-444F-A6CE-7C02859083DF}"/>
              </a:ext>
            </a:extLst>
          </p:cNvPr>
          <p:cNvSpPr>
            <a:spLocks noChangeAspect="1"/>
          </p:cNvSpPr>
          <p:nvPr userDrawn="1"/>
        </p:nvSpPr>
        <p:spPr>
          <a:xfrm flipV="1">
            <a:off x="516927" y="335049"/>
            <a:ext cx="403201" cy="39561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L-Shape 22">
            <a:extLst>
              <a:ext uri="{FF2B5EF4-FFF2-40B4-BE49-F238E27FC236}">
                <a16:creationId xmlns:a16="http://schemas.microsoft.com/office/drawing/2014/main" id="{0D8BA010-8544-4718-9EA3-B0248C963FD4}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5085711" y="330291"/>
            <a:ext cx="410929" cy="403201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L-Shape 23">
            <a:extLst>
              <a:ext uri="{FF2B5EF4-FFF2-40B4-BE49-F238E27FC236}">
                <a16:creationId xmlns:a16="http://schemas.microsoft.com/office/drawing/2014/main" id="{C0FFB550-21A6-456B-BA1A-EF145674866C}"/>
              </a:ext>
            </a:extLst>
          </p:cNvPr>
          <p:cNvSpPr>
            <a:spLocks noChangeAspect="1"/>
          </p:cNvSpPr>
          <p:nvPr userDrawn="1"/>
        </p:nvSpPr>
        <p:spPr>
          <a:xfrm>
            <a:off x="522817" y="1476927"/>
            <a:ext cx="403201" cy="39561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L-Shape 24">
            <a:extLst>
              <a:ext uri="{FF2B5EF4-FFF2-40B4-BE49-F238E27FC236}">
                <a16:creationId xmlns:a16="http://schemas.microsoft.com/office/drawing/2014/main" id="{70EF88E9-8CAC-422B-A9A6-D9FD1F17DAE2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5081769" y="1482001"/>
            <a:ext cx="410929" cy="403201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08449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bg bwMode="lt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0A2BD38-4A6C-44EB-900D-A3E3AE37854F}"/>
              </a:ext>
            </a:extLst>
          </p:cNvPr>
          <p:cNvSpPr/>
          <p:nvPr userDrawn="1"/>
        </p:nvSpPr>
        <p:spPr>
          <a:xfrm>
            <a:off x="6581723" y="404614"/>
            <a:ext cx="5191176" cy="60487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36000">
                <a:schemeClr val="tx2"/>
              </a:gs>
              <a:gs pos="69000">
                <a:schemeClr val="tx2">
                  <a:lumMod val="75000"/>
                </a:schemeClr>
              </a:gs>
              <a:gs pos="97000">
                <a:schemeClr val="tx2">
                  <a:lumMod val="50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 title="Background Shape"/>
          <p:cNvSpPr/>
          <p:nvPr/>
        </p:nvSpPr>
        <p:spPr>
          <a:xfrm>
            <a:off x="0" y="376"/>
            <a:ext cx="6096000" cy="68576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6246" y="400665"/>
            <a:ext cx="4858460" cy="1428136"/>
          </a:xfrm>
        </p:spPr>
        <p:txBody>
          <a:bodyPr anchor="ctr" anchorCtr="0">
            <a:noAutofit/>
          </a:bodyPr>
          <a:lstStyle>
            <a:lvl1pPr algn="ctr">
              <a:lnSpc>
                <a:spcPct val="84000"/>
              </a:lnSpc>
              <a:defRPr sz="4800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6246" y="2113935"/>
            <a:ext cx="4858460" cy="4247186"/>
          </a:xfr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246" y="6443554"/>
            <a:ext cx="1324322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77EF04-6424-4B70-94D1-FC932CBBDD9B}" type="datetimeFigureOut">
              <a:rPr lang="en-US" noProof="0" smtClean="0"/>
              <a:pPr/>
              <a:t>12/4/2023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825377" y="6453386"/>
            <a:ext cx="2619329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a footer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187939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6024000" y="0"/>
            <a:ext cx="14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L-Shape 20">
            <a:extLst>
              <a:ext uri="{FF2B5EF4-FFF2-40B4-BE49-F238E27FC236}">
                <a16:creationId xmlns:a16="http://schemas.microsoft.com/office/drawing/2014/main" id="{CB430D22-8AAF-444F-A6CE-7C02859083DF}"/>
              </a:ext>
            </a:extLst>
          </p:cNvPr>
          <p:cNvSpPr>
            <a:spLocks noChangeAspect="1"/>
          </p:cNvSpPr>
          <p:nvPr userDrawn="1"/>
        </p:nvSpPr>
        <p:spPr>
          <a:xfrm flipV="1">
            <a:off x="516927" y="335049"/>
            <a:ext cx="403201" cy="39561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L-Shape 22">
            <a:extLst>
              <a:ext uri="{FF2B5EF4-FFF2-40B4-BE49-F238E27FC236}">
                <a16:creationId xmlns:a16="http://schemas.microsoft.com/office/drawing/2014/main" id="{0D8BA010-8544-4718-9EA3-B0248C963FD4}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5085711" y="330291"/>
            <a:ext cx="410929" cy="403201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L-Shape 23">
            <a:extLst>
              <a:ext uri="{FF2B5EF4-FFF2-40B4-BE49-F238E27FC236}">
                <a16:creationId xmlns:a16="http://schemas.microsoft.com/office/drawing/2014/main" id="{C0FFB550-21A6-456B-BA1A-EF145674866C}"/>
              </a:ext>
            </a:extLst>
          </p:cNvPr>
          <p:cNvSpPr>
            <a:spLocks noChangeAspect="1"/>
          </p:cNvSpPr>
          <p:nvPr userDrawn="1"/>
        </p:nvSpPr>
        <p:spPr>
          <a:xfrm>
            <a:off x="522817" y="1476927"/>
            <a:ext cx="403201" cy="39561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L-Shape 24">
            <a:extLst>
              <a:ext uri="{FF2B5EF4-FFF2-40B4-BE49-F238E27FC236}">
                <a16:creationId xmlns:a16="http://schemas.microsoft.com/office/drawing/2014/main" id="{70EF88E9-8CAC-422B-A9A6-D9FD1F17DAE2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5081769" y="1482001"/>
            <a:ext cx="410929" cy="403201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D439475-E625-4449-B42E-8F291D64A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5360" y="518474"/>
            <a:ext cx="4910394" cy="5759777"/>
          </a:xfrm>
          <a:solidFill>
            <a:schemeClr val="bg2"/>
          </a:solidFill>
          <a:ln>
            <a:noFill/>
          </a:ln>
          <a:effectLst>
            <a:innerShdw blurRad="114300">
              <a:prstClr val="black"/>
            </a:innerShdw>
          </a:effectLst>
        </p:spPr>
        <p:txBody>
          <a:bodyPr vert="horz" lIns="91440" tIns="45720" rIns="91440" bIns="45720" rtlCol="0" anchor="ctr" anchorCtr="0">
            <a:noAutofit/>
          </a:bodyPr>
          <a:lstStyle>
            <a:lvl1pPr>
              <a:defRPr lang="en-US" sz="1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lang="en-US" sz="18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lang="en-US" sz="16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lang="en-US"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lang="en-US" sz="14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marL="0" lvl="0" indent="0" algn="ctr">
              <a:buNone/>
            </a:pPr>
            <a:r>
              <a:rPr lang="en-US" noProof="0"/>
              <a:t>Click to edit Master text styles</a:t>
            </a:r>
          </a:p>
          <a:p>
            <a:pPr marL="0" lvl="1" indent="0" algn="ctr">
              <a:buNone/>
            </a:pPr>
            <a:r>
              <a:rPr lang="en-US" noProof="0"/>
              <a:t>Second level</a:t>
            </a:r>
          </a:p>
          <a:p>
            <a:pPr marL="0" lvl="2" indent="0" algn="ctr">
              <a:buNone/>
            </a:pPr>
            <a:r>
              <a:rPr lang="en-US" noProof="0"/>
              <a:t>Third level</a:t>
            </a:r>
          </a:p>
          <a:p>
            <a:pPr marL="0" lvl="3" indent="0" algn="ctr">
              <a:buNone/>
            </a:pPr>
            <a:r>
              <a:rPr lang="en-US" noProof="0"/>
              <a:t>Fourth level</a:t>
            </a:r>
          </a:p>
          <a:p>
            <a:pPr marL="0" lvl="4" indent="0" algn="ctr">
              <a:buNone/>
            </a:pPr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602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, TItl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-1" y="376"/>
            <a:ext cx="6234898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430D42-50DC-4502-A3E8-251FE7F0809D}"/>
              </a:ext>
            </a:extLst>
          </p:cNvPr>
          <p:cNvSpPr/>
          <p:nvPr userDrawn="1"/>
        </p:nvSpPr>
        <p:spPr>
          <a:xfrm>
            <a:off x="507591" y="5289755"/>
            <a:ext cx="5270049" cy="10127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accent3"/>
              </a:solidFill>
            </a:endParaRPr>
          </a:p>
        </p:txBody>
      </p:sp>
      <p:sp>
        <p:nvSpPr>
          <p:cNvPr id="11" name="Rectangle: Diagonal Corners Snipped 10">
            <a:extLst>
              <a:ext uri="{FF2B5EF4-FFF2-40B4-BE49-F238E27FC236}">
                <a16:creationId xmlns:a16="http://schemas.microsoft.com/office/drawing/2014/main" id="{836AFDEB-3C72-49E0-9B45-DC9EFBA6587F}"/>
              </a:ext>
            </a:extLst>
          </p:cNvPr>
          <p:cNvSpPr/>
          <p:nvPr userDrawn="1"/>
        </p:nvSpPr>
        <p:spPr bwMode="white">
          <a:xfrm>
            <a:off x="507591" y="409286"/>
            <a:ext cx="5270049" cy="4732985"/>
          </a:xfrm>
          <a:prstGeom prst="snip2DiagRect">
            <a:avLst>
              <a:gd name="adj1" fmla="val 0"/>
              <a:gd name="adj2" fmla="val 10697"/>
            </a:avLst>
          </a:prstGeom>
          <a:solidFill>
            <a:schemeClr val="accent3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930776" y="477366"/>
            <a:ext cx="4644000" cy="1341602"/>
          </a:xfrm>
        </p:spPr>
        <p:txBody>
          <a:bodyPr anchor="ctr" anchorCtr="0">
            <a:normAutofit/>
          </a:bodyPr>
          <a:lstStyle>
            <a:lvl1pPr algn="ctr"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0775" y="1966451"/>
            <a:ext cx="4644001" cy="4388615"/>
          </a:xfr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07591" y="6453386"/>
            <a:ext cx="1204572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77EF04-6424-4B70-94D1-FC932CBBDD9B}" type="datetimeFigureOut">
              <a:rPr lang="en-US" noProof="0" smtClean="0"/>
              <a:pPr/>
              <a:t>12/4/2023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0396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a footer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6234897" y="-376"/>
            <a:ext cx="144000" cy="687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L-Shape 11">
            <a:extLst>
              <a:ext uri="{FF2B5EF4-FFF2-40B4-BE49-F238E27FC236}">
                <a16:creationId xmlns:a16="http://schemas.microsoft.com/office/drawing/2014/main" id="{26A5AA85-E28D-4647-B000-742C83A8047D}"/>
              </a:ext>
            </a:extLst>
          </p:cNvPr>
          <p:cNvSpPr>
            <a:spLocks noChangeAspect="1"/>
          </p:cNvSpPr>
          <p:nvPr userDrawn="1"/>
        </p:nvSpPr>
        <p:spPr>
          <a:xfrm flipV="1">
            <a:off x="6845770" y="372071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13" name="L-Shape 12">
            <a:extLst>
              <a:ext uri="{FF2B5EF4-FFF2-40B4-BE49-F238E27FC236}">
                <a16:creationId xmlns:a16="http://schemas.microsoft.com/office/drawing/2014/main" id="{C3CD9875-0A2E-4F4D-ACB7-87DD98EED9D0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11058438" y="5819525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BDA3A4D-2561-4EEB-8787-E1A65256575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6245" y="668595"/>
            <a:ext cx="4646651" cy="4198373"/>
          </a:xfrm>
          <a:prstGeom prst="snip2DiagRect">
            <a:avLst>
              <a:gd name="adj1" fmla="val 0"/>
              <a:gd name="adj2" fmla="val 10300"/>
            </a:avLst>
          </a:prstGeom>
          <a:ln w="38100">
            <a:solidFill>
              <a:schemeClr val="bg1"/>
            </a:solidFill>
          </a:ln>
          <a:effectLst>
            <a:innerShdw blurRad="114300">
              <a:prstClr val="black"/>
            </a:innerShdw>
          </a:effec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BB32A6B-92AA-4208-9120-FFC166CE75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0275" y="5352418"/>
            <a:ext cx="5148000" cy="900000"/>
          </a:xfrm>
          <a:solidFill>
            <a:schemeClr val="bg2"/>
          </a:solidFill>
          <a:effectLst>
            <a:innerShdw blurRad="114300">
              <a:prstClr val="black">
                <a:alpha val="34000"/>
              </a:prstClr>
            </a:innerShdw>
          </a:effectLst>
        </p:spPr>
        <p:txBody>
          <a:bodyPr anchor="ctr" anchorCtr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3"/>
                </a:solidFill>
              </a:defRPr>
            </a:lvl1pPr>
            <a:lvl2pPr marL="530352" indent="0" algn="ctr">
              <a:buFont typeface="Arial" panose="020B0604020202020204" pitchFamily="34" charset="0"/>
              <a:buNone/>
              <a:defRPr sz="1800">
                <a:solidFill>
                  <a:schemeClr val="accent3"/>
                </a:solidFill>
              </a:defRPr>
            </a:lvl2pPr>
            <a:lvl3pPr marL="987552" indent="0" algn="ctr">
              <a:buFont typeface="Arial" panose="020B0604020202020204" pitchFamily="34" charset="0"/>
              <a:buNone/>
              <a:defRPr sz="1600">
                <a:solidFill>
                  <a:schemeClr val="accent3"/>
                </a:solidFill>
              </a:defRPr>
            </a:lvl3pPr>
            <a:lvl4pPr marL="1444752" indent="0" algn="ctr">
              <a:buFont typeface="Arial" panose="020B0604020202020204" pitchFamily="34" charset="0"/>
              <a:buNone/>
              <a:defRPr sz="1600">
                <a:solidFill>
                  <a:schemeClr val="accent3"/>
                </a:solidFill>
              </a:defRPr>
            </a:lvl4pPr>
            <a:lvl5pPr marL="1901952" indent="0" algn="ctr">
              <a:buFont typeface="Arial" panose="020B0604020202020204" pitchFamily="34" charset="0"/>
              <a:buNone/>
              <a:defRPr sz="14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" name="L-Shape 19">
            <a:extLst>
              <a:ext uri="{FF2B5EF4-FFF2-40B4-BE49-F238E27FC236}">
                <a16:creationId xmlns:a16="http://schemas.microsoft.com/office/drawing/2014/main" id="{CC096F9F-3AD4-4FC8-823F-DBD962E2E1C6}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11021316" y="361496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21" name="L-Shape 20">
            <a:extLst>
              <a:ext uri="{FF2B5EF4-FFF2-40B4-BE49-F238E27FC236}">
                <a16:creationId xmlns:a16="http://schemas.microsoft.com/office/drawing/2014/main" id="{9CFFEAD0-9992-49A8-A068-3357E08CD7C0}"/>
              </a:ext>
            </a:extLst>
          </p:cNvPr>
          <p:cNvSpPr>
            <a:spLocks noChangeAspect="1"/>
          </p:cNvSpPr>
          <p:nvPr userDrawn="1"/>
        </p:nvSpPr>
        <p:spPr>
          <a:xfrm>
            <a:off x="6865431" y="5819524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470145D-417E-4648-AB08-0A7974A629E0}"/>
              </a:ext>
            </a:extLst>
          </p:cNvPr>
          <p:cNvCxnSpPr/>
          <p:nvPr userDrawn="1"/>
        </p:nvCxnSpPr>
        <p:spPr>
          <a:xfrm>
            <a:off x="7118556" y="1789472"/>
            <a:ext cx="428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2821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-1" y="376"/>
            <a:ext cx="6234898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: Diagonal Corners Snipped 10">
            <a:extLst>
              <a:ext uri="{FF2B5EF4-FFF2-40B4-BE49-F238E27FC236}">
                <a16:creationId xmlns:a16="http://schemas.microsoft.com/office/drawing/2014/main" id="{836AFDEB-3C72-49E0-9B45-DC9EFBA6587F}"/>
              </a:ext>
            </a:extLst>
          </p:cNvPr>
          <p:cNvSpPr/>
          <p:nvPr userDrawn="1"/>
        </p:nvSpPr>
        <p:spPr bwMode="white">
          <a:xfrm>
            <a:off x="507591" y="409286"/>
            <a:ext cx="5270049" cy="5945780"/>
          </a:xfrm>
          <a:prstGeom prst="snip2DiagRect">
            <a:avLst>
              <a:gd name="adj1" fmla="val 0"/>
              <a:gd name="adj2" fmla="val 10697"/>
            </a:avLst>
          </a:prstGeom>
          <a:solidFill>
            <a:schemeClr val="accent3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930776" y="477366"/>
            <a:ext cx="4644000" cy="1341602"/>
          </a:xfrm>
        </p:spPr>
        <p:txBody>
          <a:bodyPr anchor="ctr" anchorCtr="0">
            <a:normAutofit/>
          </a:bodyPr>
          <a:lstStyle>
            <a:lvl1pPr algn="ctr"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0775" y="1966451"/>
            <a:ext cx="4644001" cy="4388615"/>
          </a:xfr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07591" y="6453386"/>
            <a:ext cx="1204572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77EF04-6424-4B70-94D1-FC932CBBDD9B}" type="datetimeFigureOut">
              <a:rPr lang="en-US" noProof="0" smtClean="0"/>
              <a:pPr/>
              <a:t>12/4/2023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0396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a footer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6234897" y="-376"/>
            <a:ext cx="144000" cy="687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L-Shape 11">
            <a:extLst>
              <a:ext uri="{FF2B5EF4-FFF2-40B4-BE49-F238E27FC236}">
                <a16:creationId xmlns:a16="http://schemas.microsoft.com/office/drawing/2014/main" id="{26A5AA85-E28D-4647-B000-742C83A8047D}"/>
              </a:ext>
            </a:extLst>
          </p:cNvPr>
          <p:cNvSpPr>
            <a:spLocks noChangeAspect="1"/>
          </p:cNvSpPr>
          <p:nvPr userDrawn="1"/>
        </p:nvSpPr>
        <p:spPr>
          <a:xfrm flipV="1">
            <a:off x="6845770" y="372071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13" name="L-Shape 12">
            <a:extLst>
              <a:ext uri="{FF2B5EF4-FFF2-40B4-BE49-F238E27FC236}">
                <a16:creationId xmlns:a16="http://schemas.microsoft.com/office/drawing/2014/main" id="{C3CD9875-0A2E-4F4D-ACB7-87DD98EED9D0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11058438" y="5819525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D57F3340-8A42-40F0-BF5B-EEF6E3E88E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06246" y="668595"/>
            <a:ext cx="4646651" cy="5383413"/>
          </a:xfrm>
          <a:custGeom>
            <a:avLst/>
            <a:gdLst>
              <a:gd name="connsiteX0" fmla="*/ 0 w 4646651"/>
              <a:gd name="connsiteY0" fmla="*/ 0 h 5383413"/>
              <a:gd name="connsiteX1" fmla="*/ 4168046 w 4646651"/>
              <a:gd name="connsiteY1" fmla="*/ 0 h 5383413"/>
              <a:gd name="connsiteX2" fmla="*/ 4646651 w 4646651"/>
              <a:gd name="connsiteY2" fmla="*/ 478605 h 5383413"/>
              <a:gd name="connsiteX3" fmla="*/ 4646651 w 4646651"/>
              <a:gd name="connsiteY3" fmla="*/ 5383413 h 5383413"/>
              <a:gd name="connsiteX4" fmla="*/ 478605 w 4646651"/>
              <a:gd name="connsiteY4" fmla="*/ 5383413 h 5383413"/>
              <a:gd name="connsiteX5" fmla="*/ 0 w 4646651"/>
              <a:gd name="connsiteY5" fmla="*/ 4904808 h 5383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6651" h="5383413">
                <a:moveTo>
                  <a:pt x="0" y="0"/>
                </a:moveTo>
                <a:lnTo>
                  <a:pt x="4168046" y="0"/>
                </a:lnTo>
                <a:lnTo>
                  <a:pt x="4646651" y="478605"/>
                </a:lnTo>
                <a:lnTo>
                  <a:pt x="4646651" y="5383413"/>
                </a:lnTo>
                <a:lnTo>
                  <a:pt x="478605" y="5383413"/>
                </a:lnTo>
                <a:lnTo>
                  <a:pt x="0" y="4904808"/>
                </a:lnTo>
                <a:close/>
              </a:path>
            </a:pathLst>
          </a:custGeom>
          <a:ln w="57150">
            <a:solidFill>
              <a:schemeClr val="bg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L-Shape 19">
            <a:extLst>
              <a:ext uri="{FF2B5EF4-FFF2-40B4-BE49-F238E27FC236}">
                <a16:creationId xmlns:a16="http://schemas.microsoft.com/office/drawing/2014/main" id="{CC096F9F-3AD4-4FC8-823F-DBD962E2E1C6}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11021316" y="361496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21" name="L-Shape 20">
            <a:extLst>
              <a:ext uri="{FF2B5EF4-FFF2-40B4-BE49-F238E27FC236}">
                <a16:creationId xmlns:a16="http://schemas.microsoft.com/office/drawing/2014/main" id="{9CFFEAD0-9992-49A8-A068-3357E08CD7C0}"/>
              </a:ext>
            </a:extLst>
          </p:cNvPr>
          <p:cNvSpPr>
            <a:spLocks noChangeAspect="1"/>
          </p:cNvSpPr>
          <p:nvPr userDrawn="1"/>
        </p:nvSpPr>
        <p:spPr>
          <a:xfrm>
            <a:off x="6865431" y="5819524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470145D-417E-4648-AB08-0A7974A629E0}"/>
              </a:ext>
            </a:extLst>
          </p:cNvPr>
          <p:cNvCxnSpPr/>
          <p:nvPr userDrawn="1"/>
        </p:nvCxnSpPr>
        <p:spPr>
          <a:xfrm>
            <a:off x="7118556" y="1789472"/>
            <a:ext cx="428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5789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blackWhite">
      <p:bgPr>
        <a:gradFill flip="none" rotWithShape="1">
          <a:gsLst>
            <a:gs pos="0">
              <a:schemeClr val="bg2">
                <a:lumMod val="50000"/>
              </a:schemeClr>
            </a:gs>
            <a:gs pos="33000">
              <a:schemeClr val="bg2"/>
            </a:gs>
            <a:gs pos="66000">
              <a:schemeClr val="bg2">
                <a:lumMod val="75000"/>
              </a:schemeClr>
            </a:gs>
            <a:gs pos="97000">
              <a:schemeClr val="bg2">
                <a:lumMod val="5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B77EF04-6424-4B70-94D1-FC932CBBDD9B}" type="datetimeFigureOut">
              <a:rPr lang="en-US" noProof="0" smtClean="0"/>
              <a:t>12/4/2023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Add a footer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L-Shape 8">
            <a:extLst>
              <a:ext uri="{FF2B5EF4-FFF2-40B4-BE49-F238E27FC236}">
                <a16:creationId xmlns:a16="http://schemas.microsoft.com/office/drawing/2014/main" id="{BF5B4C6D-2825-4690-8D32-39CBF5E0F7E6}"/>
              </a:ext>
            </a:extLst>
          </p:cNvPr>
          <p:cNvSpPr/>
          <p:nvPr userDrawn="1"/>
        </p:nvSpPr>
        <p:spPr>
          <a:xfrm rot="10800000" flipV="1">
            <a:off x="8532326" y="1820272"/>
            <a:ext cx="2772000" cy="4158497"/>
          </a:xfrm>
          <a:prstGeom prst="corner">
            <a:avLst>
              <a:gd name="adj1" fmla="val 7397"/>
              <a:gd name="adj2" fmla="val 775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L-Shape 7">
            <a:extLst>
              <a:ext uri="{FF2B5EF4-FFF2-40B4-BE49-F238E27FC236}">
                <a16:creationId xmlns:a16="http://schemas.microsoft.com/office/drawing/2014/main" id="{DFD43940-6D78-4E75-BDB6-8792768BB894}"/>
              </a:ext>
            </a:extLst>
          </p:cNvPr>
          <p:cNvSpPr/>
          <p:nvPr userDrawn="1"/>
        </p:nvSpPr>
        <p:spPr>
          <a:xfrm flipH="1">
            <a:off x="8286318" y="1685652"/>
            <a:ext cx="3152309" cy="4408489"/>
          </a:xfrm>
          <a:prstGeom prst="corner">
            <a:avLst>
              <a:gd name="adj1" fmla="val 5837"/>
              <a:gd name="adj2" fmla="val 6502"/>
            </a:avLst>
          </a:prstGeom>
          <a:solidFill>
            <a:srgbClr val="EFEDE3"/>
          </a:solidFill>
          <a:ln>
            <a:solidFill>
              <a:srgbClr val="EFEDE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592144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12/4/2023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68850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685800"/>
            <a:ext cx="9601200" cy="1485900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12/4/2023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1" name="L-Shape 10">
            <a:extLst>
              <a:ext uri="{FF2B5EF4-FFF2-40B4-BE49-F238E27FC236}">
                <a16:creationId xmlns:a16="http://schemas.microsoft.com/office/drawing/2014/main" id="{91236E78-C797-4C31-BA0C-DB193BAF6D2D}"/>
              </a:ext>
            </a:extLst>
          </p:cNvPr>
          <p:cNvSpPr/>
          <p:nvPr userDrawn="1"/>
        </p:nvSpPr>
        <p:spPr>
          <a:xfrm rot="10800000" flipV="1">
            <a:off x="8391654" y="1873024"/>
            <a:ext cx="2772000" cy="4158497"/>
          </a:xfrm>
          <a:prstGeom prst="corner">
            <a:avLst>
              <a:gd name="adj1" fmla="val 7397"/>
              <a:gd name="adj2" fmla="val 775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L-Shape 9">
            <a:extLst>
              <a:ext uri="{FF2B5EF4-FFF2-40B4-BE49-F238E27FC236}">
                <a16:creationId xmlns:a16="http://schemas.microsoft.com/office/drawing/2014/main" id="{BFA658F0-F295-40A9-8BA8-1F6CBDFBBE09}"/>
              </a:ext>
            </a:extLst>
          </p:cNvPr>
          <p:cNvSpPr/>
          <p:nvPr userDrawn="1"/>
        </p:nvSpPr>
        <p:spPr>
          <a:xfrm flipH="1">
            <a:off x="8152968" y="1752327"/>
            <a:ext cx="3152309" cy="4408489"/>
          </a:xfrm>
          <a:prstGeom prst="corner">
            <a:avLst>
              <a:gd name="adj1" fmla="val 7085"/>
              <a:gd name="adj2" fmla="val 775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40073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12/4/2023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725443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12/4/2023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D1631-6749-4027-9415-B72D163BBD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60471" y="2297695"/>
            <a:ext cx="9071059" cy="2767600"/>
          </a:xfrm>
        </p:spPr>
        <p:txBody>
          <a:bodyPr anchor="ctr"/>
          <a:lstStyle>
            <a:lvl1pPr marL="0" indent="0" algn="ctr">
              <a:buNone/>
              <a:defRPr sz="6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661030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12/4/2023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90140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Side bar">
            <a:extLst>
              <a:ext uri="{FF2B5EF4-FFF2-40B4-BE49-F238E27FC236}">
                <a16:creationId xmlns:a16="http://schemas.microsoft.com/office/drawing/2014/main" id="{FFA7AFEF-D97A-4A94-A884-7F95E91332B7}"/>
              </a:ext>
            </a:extLst>
          </p:cNvPr>
          <p:cNvSpPr/>
          <p:nvPr userDrawn="1"/>
        </p:nvSpPr>
        <p:spPr>
          <a:xfrm>
            <a:off x="622095" y="0"/>
            <a:ext cx="144000" cy="687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3B77EF04-6424-4B70-94D1-FC932CBBDD9B}" type="datetimeFigureOut">
              <a:rPr lang="en-US" noProof="0" smtClean="0"/>
              <a:t>12/4/2023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Add a footer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14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56303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62" r:id="rId3"/>
    <p:sldLayoutId id="2147483668" r:id="rId4"/>
    <p:sldLayoutId id="2147483671" r:id="rId5"/>
    <p:sldLayoutId id="2147483669" r:id="rId6"/>
    <p:sldLayoutId id="2147483672" r:id="rId7"/>
    <p:sldLayoutId id="2147483663" r:id="rId8"/>
    <p:sldLayoutId id="2147483664" r:id="rId9"/>
    <p:sldLayoutId id="2147483665" r:id="rId10"/>
    <p:sldLayoutId id="2147483666" r:id="rId11"/>
    <p:sldLayoutId id="2147483673" r:id="rId12"/>
    <p:sldLayoutId id="2147483667" r:id="rId13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Arial" panose="020B0604020202020204" pitchFamily="34" charset="0"/>
        <a:buChar char="•"/>
        <a:defRPr sz="2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873252" indent="-34290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Arial" panose="020B0604020202020204" pitchFamily="34" charset="0"/>
        <a:buChar char="•"/>
        <a:defRPr sz="24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30452" indent="-34290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Arial" panose="020B0604020202020204" pitchFamily="34" charset="0"/>
        <a:buChar char="•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787652" indent="-34290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Arial" panose="020B0604020202020204" pitchFamily="34" charset="0"/>
        <a:buChar char="•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187702" indent="-28575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Arial" panose="020B0604020202020204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889FE-7B85-40C7-8441-909223A9B3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Critical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7DC842-2DF4-46F3-AEC5-E38386DA6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7977" y="4468483"/>
            <a:ext cx="9504485" cy="151480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dirty="0"/>
              <a:t>23L-1014 Junaid Muhammad</a:t>
            </a:r>
          </a:p>
          <a:p>
            <a:pPr algn="l"/>
            <a:r>
              <a:rPr lang="en-US" dirty="0"/>
              <a:t>23L-2501 </a:t>
            </a:r>
            <a:r>
              <a:rPr lang="en-US" dirty="0" err="1"/>
              <a:t>Adeena</a:t>
            </a:r>
            <a:r>
              <a:rPr lang="en-US" dirty="0"/>
              <a:t> Riaz</a:t>
            </a:r>
          </a:p>
          <a:p>
            <a:pPr algn="l"/>
            <a:r>
              <a:rPr lang="en-US" dirty="0"/>
              <a:t>23L-2552 Ubaid Ullah</a:t>
            </a:r>
          </a:p>
          <a:p>
            <a:pPr algn="l"/>
            <a:r>
              <a:rPr lang="en-US" dirty="0"/>
              <a:t>23L-3019 Abdul Munam</a:t>
            </a:r>
          </a:p>
          <a:p>
            <a:pPr algn="l"/>
            <a:r>
              <a:rPr lang="en-US" dirty="0"/>
              <a:t>23L-3083 Maryam Batool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678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AF4B2-1DB7-414F-A4A4-4F72BEAFA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0776" y="477366"/>
            <a:ext cx="4644000" cy="1341602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A3B9A3-E4C7-4E87-9EAE-EBDC28D24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0775" y="1966451"/>
            <a:ext cx="4644001" cy="4388615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dirty="0"/>
              <a:t>•Title: My Turn</a:t>
            </a:r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endParaRPr lang="en-US" dirty="0"/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dirty="0"/>
              <a:t>•Author: </a:t>
            </a:r>
            <a:r>
              <a:rPr lang="en-US" dirty="0" err="1"/>
              <a:t>Shahbano</a:t>
            </a:r>
            <a:r>
              <a:rPr lang="en-US" dirty="0"/>
              <a:t> </a:t>
            </a:r>
            <a:r>
              <a:rPr lang="en-US" dirty="0" err="1"/>
              <a:t>Alvi</a:t>
            </a:r>
            <a:r>
              <a:rPr lang="en-US" dirty="0"/>
              <a:t>, a graduate in graphic design, founder and publisher of the independent publishing house “</a:t>
            </a:r>
            <a:r>
              <a:rPr lang="en-US" dirty="0" err="1"/>
              <a:t>Ushba</a:t>
            </a:r>
            <a:r>
              <a:rPr lang="en-US" dirty="0"/>
              <a:t>” Karachi, Pakistan.</a:t>
            </a:r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endParaRPr lang="en-US" dirty="0"/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dirty="0"/>
              <a:t>•Publication information: Published  by the liberty books under The Stained-Glass Window(January 1,2020)</a:t>
            </a:r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endParaRPr lang="en-US" dirty="0"/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dirty="0"/>
              <a:t>•Setting: Shifts from Oxford, England to a two bedroom flat of the protagonist in Karachi, Pakistan.</a:t>
            </a:r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D952927E-AEC4-40FF-ABBD-2A3BE13F30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0275" y="5352418"/>
            <a:ext cx="5148000" cy="900000"/>
          </a:xfrm>
        </p:spPr>
        <p:txBody>
          <a:bodyPr anchor="ctr">
            <a:normAutofit/>
          </a:bodyPr>
          <a:lstStyle/>
          <a:p>
            <a:r>
              <a:rPr lang="en-US" dirty="0" err="1"/>
              <a:t>Shahbano</a:t>
            </a:r>
            <a:r>
              <a:rPr lang="en-US" dirty="0"/>
              <a:t> </a:t>
            </a:r>
            <a:r>
              <a:rPr lang="en-US" dirty="0" err="1"/>
              <a:t>Alvi</a:t>
            </a:r>
            <a:endParaRPr lang="en-US" dirty="0"/>
          </a:p>
        </p:txBody>
      </p:sp>
      <p:pic>
        <p:nvPicPr>
          <p:cNvPr id="14" name="Picture Placeholder 13" descr="A person sitting on a couch&#10;&#10;Description automatically generated">
            <a:extLst>
              <a:ext uri="{FF2B5EF4-FFF2-40B4-BE49-F238E27FC236}">
                <a16:creationId xmlns:a16="http://schemas.microsoft.com/office/drawing/2014/main" id="{E8C430DC-20A9-7E6F-BF99-9E64D556B10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9742" b="974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232691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CE986-76FC-1DC1-6E38-F4D5B0220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Summary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C7F73-BF0B-B69C-CA1B-F33250CB9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Shahbano</a:t>
            </a:r>
            <a:r>
              <a:rPr lang="en-US" dirty="0"/>
              <a:t> leaves for Oxford, leaving her father with bladder cancer.</a:t>
            </a:r>
          </a:p>
          <a:p>
            <a:r>
              <a:rPr lang="en-US" dirty="0"/>
              <a:t>Connects with father through a phone booth.</a:t>
            </a:r>
          </a:p>
          <a:p>
            <a:r>
              <a:rPr lang="en-US" dirty="0"/>
              <a:t>Returns home, cares for sick parents, faces a dilemma.</a:t>
            </a:r>
          </a:p>
          <a:p>
            <a:r>
              <a:rPr lang="en-US" dirty="0"/>
              <a:t>Urgent call, father critically ill, physical exertion. </a:t>
            </a:r>
          </a:p>
          <a:p>
            <a:r>
              <a:rPr lang="en-US" dirty="0"/>
              <a:t>Father reassures, "You are my brave girl”.</a:t>
            </a:r>
          </a:p>
          <a:p>
            <a:r>
              <a:rPr lang="en-US" dirty="0"/>
              <a:t>Flash forward to 2020 pandemic. </a:t>
            </a:r>
          </a:p>
          <a:p>
            <a:r>
              <a:rPr lang="en-US" dirty="0"/>
              <a:t>Daughter Sarah reports Ruby's COVID-19 suspicion, testing hindered by societal pressures.</a:t>
            </a:r>
          </a:p>
          <a:p>
            <a:r>
              <a:rPr lang="en-US" dirty="0"/>
              <a:t>Friend Sofia depressed due to lockdown.</a:t>
            </a:r>
          </a:p>
          <a:p>
            <a:r>
              <a:rPr lang="en-US" dirty="0" err="1"/>
              <a:t>Shahbano</a:t>
            </a:r>
            <a:r>
              <a:rPr lang="en-US" dirty="0"/>
              <a:t> supports daughter, echoing father's words.</a:t>
            </a:r>
            <a:endParaRPr lang="aa-ET" dirty="0"/>
          </a:p>
        </p:txBody>
      </p:sp>
    </p:spTree>
    <p:extLst>
      <p:ext uri="{BB962C8B-B14F-4D97-AF65-F5344CB8AC3E}">
        <p14:creationId xmlns:p14="http://schemas.microsoft.com/office/powerpoint/2010/main" val="2693135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DF258-FBDF-4B27-9629-7EDE5A44E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0213"/>
          </a:xfrm>
        </p:spPr>
        <p:txBody>
          <a:bodyPr anchor="t">
            <a:normAutofit/>
          </a:bodyPr>
          <a:lstStyle/>
          <a:p>
            <a:pPr algn="ctr"/>
            <a:r>
              <a:rPr lang="en-US" sz="4400" dirty="0"/>
              <a:t>Pattern &amp; Tone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560FDCC-B2F0-8419-69EB-A2A5D94EA1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6374468"/>
              </p:ext>
            </p:extLst>
          </p:nvPr>
        </p:nvGraphicFramePr>
        <p:xfrm>
          <a:off x="1371600" y="1484671"/>
          <a:ext cx="9601200" cy="43827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4535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CE986-76FC-1DC1-6E38-F4D5B0220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Style    				 Purpose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C7F73-BF0B-B69C-CA1B-F33250CB9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484671"/>
            <a:ext cx="10161917" cy="4786733"/>
          </a:xfrm>
        </p:spPr>
        <p:txBody>
          <a:bodyPr numCol="2"/>
          <a:lstStyle/>
          <a:p>
            <a:endParaRPr lang="en-US" dirty="0"/>
          </a:p>
          <a:p>
            <a:r>
              <a:rPr lang="en-US" dirty="0"/>
              <a:t>The author's style is "informal" since she used a number of contractions throughout the article. For example: "didn't," "you'll," "wasn't," "haven't," "couldn't," etc.</a:t>
            </a:r>
          </a:p>
          <a:p>
            <a:r>
              <a:rPr lang="en-US" dirty="0"/>
              <a:t>Use of conversational language</a:t>
            </a:r>
          </a:p>
          <a:p>
            <a:r>
              <a:rPr lang="en-US" dirty="0"/>
              <a:t>Descriptive details and personal experiences </a:t>
            </a:r>
            <a:r>
              <a:rPr lang="en-US" dirty="0" err="1"/>
              <a:t>i.e."please</a:t>
            </a:r>
            <a:r>
              <a:rPr lang="en-US" dirty="0"/>
              <a:t> </a:t>
            </a:r>
            <a:r>
              <a:rPr lang="en-US" dirty="0" err="1"/>
              <a:t>God","hurry</a:t>
            </a:r>
            <a:r>
              <a:rPr lang="en-US" dirty="0"/>
              <a:t> up”.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author's significant purpose is to entertain. </a:t>
            </a:r>
          </a:p>
          <a:p>
            <a:r>
              <a:rPr lang="en-US" dirty="0"/>
              <a:t>Foremost it’s a simple narration</a:t>
            </a:r>
          </a:p>
          <a:p>
            <a:r>
              <a:rPr lang="en-US" dirty="0"/>
              <a:t>Express the feelings, sentiments of the characters.</a:t>
            </a:r>
          </a:p>
          <a:p>
            <a:r>
              <a:rPr lang="en-US" dirty="0"/>
              <a:t>The author is not attempting to persuade us or convey any kind of information or facts.</a:t>
            </a:r>
          </a:p>
        </p:txBody>
      </p:sp>
    </p:spTree>
    <p:extLst>
      <p:ext uri="{BB962C8B-B14F-4D97-AF65-F5344CB8AC3E}">
        <p14:creationId xmlns:p14="http://schemas.microsoft.com/office/powerpoint/2010/main" val="1033266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28594-E3E7-4921-BB26-C93A4252F5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cap="none" dirty="0">
                <a:latin typeface="Impact" panose="020B0806030902050204" pitchFamily="34" charset="0"/>
              </a:rPr>
              <a:t>Title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CAE2CE-F5D8-4BB6-A52B-9737F0CA11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7C42530-C1EE-0A25-2DDC-36F4BFA1E5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697334"/>
              </p:ext>
            </p:extLst>
          </p:nvPr>
        </p:nvGraphicFramePr>
        <p:xfrm>
          <a:off x="230909" y="157018"/>
          <a:ext cx="11649728" cy="649316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09357">
                  <a:extLst>
                    <a:ext uri="{9D8B030D-6E8A-4147-A177-3AD203B41FA5}">
                      <a16:colId xmlns:a16="http://schemas.microsoft.com/office/drawing/2014/main" val="113448032"/>
                    </a:ext>
                  </a:extLst>
                </a:gridCol>
                <a:gridCol w="9340371">
                  <a:extLst>
                    <a:ext uri="{9D8B030D-6E8A-4147-A177-3AD203B41FA5}">
                      <a16:colId xmlns:a16="http://schemas.microsoft.com/office/drawing/2014/main" val="3043843669"/>
                    </a:ext>
                  </a:extLst>
                </a:gridCol>
              </a:tblGrid>
              <a:tr h="2028631">
                <a:tc>
                  <a:txBody>
                    <a:bodyPr/>
                    <a:lstStyle/>
                    <a:p>
                      <a:r>
                        <a:rPr lang="en-CA" sz="20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Negative Points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marL="384810" lvl="0" indent="-342900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Doesn’t completely narrate about her father’s condition after she reached his</a:t>
                      </a:r>
                      <a:r>
                        <a:rPr lang="en-US" sz="2000" b="1" baseline="0" dirty="0">
                          <a:solidFill>
                            <a:schemeClr val="bg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room</a:t>
                      </a:r>
                    </a:p>
                    <a:p>
                      <a:pPr marL="384810" lvl="0" indent="-342900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Leaves at a cliff hanger</a:t>
                      </a:r>
                    </a:p>
                    <a:p>
                      <a:pPr marL="384810" lvl="0" indent="-342900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Uses one lined Paragraph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Times"/>
                        <a:cs typeface="Times"/>
                        <a:sym typeface="Times"/>
                      </a:endParaRPr>
                    </a:p>
                    <a:p>
                      <a:pPr marL="384810" lvl="0" indent="-342900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Times"/>
                          <a:cs typeface="Times"/>
                          <a:sym typeface="Times"/>
                        </a:rPr>
                        <a:t>“I sat on the stool</a:t>
                      </a:r>
                      <a:r>
                        <a:rPr lang="en-US" sz="2000" b="1" baseline="0" dirty="0">
                          <a:solidFill>
                            <a:schemeClr val="bg1"/>
                          </a:solidFill>
                          <a:latin typeface="Times"/>
                          <a:cs typeface="Times"/>
                          <a:sym typeface="Times"/>
                        </a:rPr>
                        <a:t> next to his bed and help on to his hand. He didn’t stir.”</a:t>
                      </a:r>
                    </a:p>
                    <a:p>
                      <a:pPr marL="384810" lvl="0" indent="-342900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baseline="0" dirty="0">
                          <a:solidFill>
                            <a:schemeClr val="bg1"/>
                          </a:solidFill>
                          <a:latin typeface="Times"/>
                          <a:cs typeface="Times"/>
                          <a:sym typeface="Times"/>
                        </a:rPr>
                        <a:t>“I sigh as I think of Abba and check the date on my phone again:20</a:t>
                      </a:r>
                      <a:r>
                        <a:rPr lang="en-US" sz="2000" b="1" baseline="30000" dirty="0">
                          <a:solidFill>
                            <a:schemeClr val="bg1"/>
                          </a:solidFill>
                          <a:latin typeface="Times"/>
                          <a:cs typeface="Times"/>
                          <a:sym typeface="Times"/>
                        </a:rPr>
                        <a:t>th</a:t>
                      </a:r>
                      <a:r>
                        <a:rPr lang="en-US" sz="2000" b="1" baseline="0" dirty="0">
                          <a:solidFill>
                            <a:schemeClr val="bg1"/>
                          </a:solidFill>
                          <a:latin typeface="Times"/>
                          <a:cs typeface="Times"/>
                          <a:sym typeface="Times"/>
                        </a:rPr>
                        <a:t> May,2020”.</a:t>
                      </a:r>
                      <a:endParaRPr lang="en-CA" sz="20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176888"/>
                  </a:ext>
                </a:extLst>
              </a:tr>
              <a:tr h="2168202">
                <a:tc>
                  <a:txBody>
                    <a:bodyPr/>
                    <a:lstStyle/>
                    <a:p>
                      <a:r>
                        <a:rPr lang="en-CA" sz="20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Positive points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Makes the reader visualize scene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Keeps the reader attached to the </a:t>
                      </a:r>
                      <a:r>
                        <a:rPr lang="en-US" sz="2000" b="1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moment.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“look out of</a:t>
                      </a:r>
                      <a:r>
                        <a:rPr lang="en-US" sz="2000" b="1" baseline="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the window at the bougainvillea blooms-orange, pink, red, yellow . Even white is adding to the profusion of colors.”</a:t>
                      </a:r>
                      <a:endParaRPr lang="en-CA" sz="20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63226"/>
                  </a:ext>
                </a:extLst>
              </a:tr>
              <a:tr h="2296331">
                <a:tc>
                  <a:txBody>
                    <a:bodyPr/>
                    <a:lstStyle/>
                    <a:p>
                      <a:r>
                        <a:rPr lang="en-CA" sz="20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Topic relevance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The passage was written in 2020, which falls within the last 10 years, making the topic timely and relevant</a:t>
                      </a:r>
                    </a:p>
                    <a:p>
                      <a:pPr marL="342900" marR="0" lvl="0" indent="-3429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The author discusses the COVID-19 pandemic, a topic that has impacted everyone and is highly relevant to contemporary times.</a:t>
                      </a:r>
                    </a:p>
                    <a:p>
                      <a:pPr marL="342900" marR="0" lvl="0" indent="-3429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The author is renowned as she is a graduate of University of Punjab and founder of an independent publishing house.</a:t>
                      </a:r>
                      <a:endParaRPr lang="en-CA" sz="20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4602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2545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CE986-76FC-1DC1-6E38-F4D5B0220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Achievement Of Purpose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C7F73-BF0B-B69C-CA1B-F33250CB9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The author successfully entertains the audience.</a:t>
            </a:r>
          </a:p>
          <a:p>
            <a:r>
              <a:rPr lang="en-US" sz="2800" dirty="0"/>
              <a:t>She captivates readers with her compelling experiences abroad.</a:t>
            </a:r>
          </a:p>
          <a:p>
            <a:r>
              <a:rPr lang="en-US" sz="2800" dirty="0"/>
              <a:t>The vivid descriptions of the chaotic time in the hospital with her father evoke emotion and urgency.</a:t>
            </a:r>
          </a:p>
          <a:p>
            <a:r>
              <a:rPr lang="en-US" sz="2800" dirty="0"/>
              <a:t>The author's personal encounters with the COVID-19 pandemic add relevance and intrigue to the story.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98357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CE986-76FC-1DC1-6E38-F4D5B0220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Summary Of Analysis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C7F73-BF0B-B69C-CA1B-F33250CB9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484671"/>
            <a:ext cx="10161917" cy="4786733"/>
          </a:xfrm>
        </p:spPr>
        <p:txBody>
          <a:bodyPr numCol="1"/>
          <a:lstStyle/>
          <a:p>
            <a:r>
              <a:rPr lang="en-US" dirty="0"/>
              <a:t>The writer successfully narrates her experiences during her stay at </a:t>
            </a:r>
            <a:r>
              <a:rPr lang="en-US" dirty="0" err="1"/>
              <a:t>England,her</a:t>
            </a:r>
            <a:r>
              <a:rPr lang="en-US" dirty="0"/>
              <a:t> memories associated with her father, and the COVID-19 era where she draws strength from the phrase "You are my brave girl" to console her daughter. </a:t>
            </a:r>
          </a:p>
          <a:p>
            <a:r>
              <a:rPr lang="en-US" dirty="0"/>
              <a:t>Despite failing to describe about her father's condition upon reaching the room and leaving the story as open ended. </a:t>
            </a:r>
          </a:p>
          <a:p>
            <a:r>
              <a:rPr lang="en-US" dirty="0"/>
              <a:t>She has </a:t>
            </a:r>
            <a:r>
              <a:rPr lang="en-US" dirty="0" err="1"/>
              <a:t>has</a:t>
            </a:r>
            <a:r>
              <a:rPr lang="en-US" dirty="0"/>
              <a:t> the reader completely hooked with the story, achieving her purpose and a descriptive account makes the reader visualize the scene. The story is organized in a timely order and the tone set is nostalgic. Furthermore, style is </a:t>
            </a:r>
            <a:r>
              <a:rPr lang="en-US" dirty="0" err="1"/>
              <a:t>informaland</a:t>
            </a:r>
            <a:r>
              <a:rPr lang="en-US" dirty="0"/>
              <a:t> the purpose is to entertain.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270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E9A65-DAE4-3C63-BB73-5AD035E04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Opinion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EB9CE-42E9-D8EF-5AC1-EAE358D87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writer could have explained in more detail about her father's condition to heighten the curiosity among the readers. </a:t>
            </a:r>
          </a:p>
          <a:p>
            <a:r>
              <a:rPr lang="en-US" dirty="0"/>
              <a:t>Furthermore, a one lined paragraph could be avoided. In my opinion, she has successfully narrated the events she experienced in her life in a simple and effective way which kept the readers hooked to her story.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932920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erson in a coat&#10;&#10;Description automatically generated">
            <a:extLst>
              <a:ext uri="{FF2B5EF4-FFF2-40B4-BE49-F238E27FC236}">
                <a16:creationId xmlns:a16="http://schemas.microsoft.com/office/drawing/2014/main" id="{450101B2-EECF-C028-EE4D-3C320D7BF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290" y="11544"/>
            <a:ext cx="6846456" cy="6846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638009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ustom 2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76923C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9">
      <a:majorFont>
        <a:latin typeface="Impact"/>
        <a:ea typeface=""/>
        <a:cs typeface=""/>
      </a:majorFont>
      <a:minorFont>
        <a:latin typeface="Arial"/>
        <a:ea typeface=""/>
        <a:cs typeface="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22874644_win32_fixed" id="{558D5976-FB30-4A95-BB80-CA116B0EB176}" vid="{E687FBBE-46FC-480B-AF08-1C12C660A1C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FC2BBCC-A5B7-4DDE-8795-98160FD34D4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5BF0FE3-3D8D-448F-9BC3-1FD016A859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3E2FB8F-FBDB-405A-A6AC-9CF7C859199D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Trading cards</Template>
  <TotalTime>134</TotalTime>
  <Words>746</Words>
  <Application>Microsoft Office PowerPoint</Application>
  <PresentationFormat>Widescreen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Franklin Gothic Book</vt:lpstr>
      <vt:lpstr>Impact</vt:lpstr>
      <vt:lpstr>Times</vt:lpstr>
      <vt:lpstr>Crop</vt:lpstr>
      <vt:lpstr>Critical Analysis</vt:lpstr>
      <vt:lpstr>Introduction</vt:lpstr>
      <vt:lpstr>Summary</vt:lpstr>
      <vt:lpstr>Pattern &amp; Tone</vt:lpstr>
      <vt:lpstr>Style         Purpose</vt:lpstr>
      <vt:lpstr>Title slide</vt:lpstr>
      <vt:lpstr>Achievement Of Purpose</vt:lpstr>
      <vt:lpstr>Summary Of Analysis</vt:lpstr>
      <vt:lpstr>Opinion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Critical Analysis</dc:title>
  <dc:creator>abdul munam</dc:creator>
  <cp:lastModifiedBy>abdul munam</cp:lastModifiedBy>
  <cp:revision>27</cp:revision>
  <dcterms:created xsi:type="dcterms:W3CDTF">2023-12-03T14:10:14Z</dcterms:created>
  <dcterms:modified xsi:type="dcterms:W3CDTF">2023-12-04T07:32:47Z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