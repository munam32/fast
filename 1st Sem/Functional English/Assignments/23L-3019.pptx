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589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43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130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770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5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958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0741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87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8363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516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6512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1794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2710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24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D1D05C1-D5E9-48F9-81AF-7B5E4A171478}" type="datetimeFigureOut">
              <a:rPr lang="en-PK" smtClean="0"/>
              <a:t>21/10/2023</a:t>
            </a:fld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EF77252-9A24-47C3-8ED6-753F211D376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7031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FA54-A0C5-3721-1F90-6E30506A5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 Of Chat GPT in Classrooms</a:t>
            </a:r>
            <a:br>
              <a:rPr lang="en-US" dirty="0"/>
            </a:b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82091-F847-27CD-08ED-064052459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933686"/>
          </a:xfrm>
        </p:spPr>
        <p:txBody>
          <a:bodyPr>
            <a:normAutofit/>
          </a:bodyPr>
          <a:lstStyle/>
          <a:p>
            <a:r>
              <a:rPr lang="en-US" dirty="0"/>
              <a:t>By Abdul Munam Aziz</a:t>
            </a:r>
          </a:p>
          <a:p>
            <a:r>
              <a:rPr lang="en-US" dirty="0"/>
              <a:t>23L-3019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5781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2BCC-7277-E201-DE17-57F4BEE0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Introductory Paragraph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7C04B-59B7-53A5-35F0-0A22786B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Over the past academic year, 30% of the users worldwide using </a:t>
            </a:r>
            <a:r>
              <a:rPr lang="en-US" dirty="0"/>
              <a:t>Chat </a:t>
            </a:r>
            <a:r>
              <a:rPr lang="en-US" b="0" i="0" dirty="0">
                <a:effectLst/>
              </a:rPr>
              <a:t>GPT were students alone! </a:t>
            </a:r>
            <a:r>
              <a:rPr lang="en-US" b="0" i="0" dirty="0">
                <a:solidFill>
                  <a:schemeClr val="accent4">
                    <a:lumMod val="75000"/>
                  </a:schemeClr>
                </a:solidFill>
                <a:effectLst/>
              </a:rPr>
              <a:t>Chat GPT is an Artificial Intelligence model which uses data set before the year 2021 for answering problems of the consumer using techniques like deep learning, regression and back propagation</a:t>
            </a:r>
            <a:r>
              <a:rPr lang="en-US" b="0" i="0" dirty="0">
                <a:effectLst/>
              </a:rPr>
              <a:t>. 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CHAT GPT is used in classrooms for many reasons like </a:t>
            </a:r>
            <a:r>
              <a:rPr lang="en-US" b="1" i="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research support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, 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lang="en-US" b="1" i="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mmediate feedback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and </a:t>
            </a:r>
            <a:r>
              <a:rPr lang="en-US" b="1" i="0" u="sng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grading assistance</a:t>
            </a:r>
            <a:r>
              <a:rPr lang="en-US" i="0" dirty="0">
                <a:effectLst/>
              </a:rPr>
              <a:t>.</a:t>
            </a:r>
            <a:r>
              <a:rPr lang="en-U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/>
              <a:t>60 words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3488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BCEC-7E0F-6AE1-E054-871FA33D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Paragraph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944B4-F067-F725-5DBE-A7F38BFA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AI model allows students to compile data required in their 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research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effectively, and quickly.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Firstly, It becomes a machine of </a:t>
            </a:r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idea generation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 research topics</a:t>
            </a:r>
            <a:r>
              <a:rPr lang="en-US" dirty="0"/>
              <a:t>.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Researchers can brainstorm their hypothesis and ideas with Chat GPT which provides them topics and methodologies to explore.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Secondly, It provides </a:t>
            </a:r>
            <a:r>
              <a:rPr lang="en-US" b="1" u="sng" dirty="0">
                <a:solidFill>
                  <a:schemeClr val="accent5">
                    <a:lumMod val="75000"/>
                  </a:schemeClr>
                </a:solidFill>
              </a:rPr>
              <a:t>Data analysis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. Chat GPT provides insights to statistical methods and interprets research findings through visualizing representations of data.</a:t>
            </a:r>
            <a:r>
              <a:rPr lang="en-US" dirty="0"/>
              <a:t> </a:t>
            </a:r>
          </a:p>
          <a:p>
            <a:r>
              <a:rPr lang="en-US" dirty="0"/>
              <a:t>65 words</a:t>
            </a:r>
          </a:p>
        </p:txBody>
      </p:sp>
    </p:spTree>
    <p:extLst>
      <p:ext uri="{BB962C8B-B14F-4D97-AF65-F5344CB8AC3E}">
        <p14:creationId xmlns:p14="http://schemas.microsoft.com/office/powerpoint/2010/main" val="373999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7408-A66C-CAD5-55A5-8B3BA767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Paragraph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05553-446B-0FF2-B5F3-2B40D226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all time availability of this AI model provides students with 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immediate feedback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of their performances.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First and foremost, it can</a:t>
            </a:r>
            <a:r>
              <a:rPr lang="en-US" dirty="0"/>
              <a:t> </a:t>
            </a:r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quickly grade quizzes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without any hassle. It grades multiple choice questions within a matter of seconds to ensure students receive results immediately.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Secondly, it provides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immediate clarification of topics during lessons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. The questions of students are promptly addressed, ensuring they grasp the material as it is being presented.</a:t>
            </a:r>
          </a:p>
          <a:p>
            <a:r>
              <a:rPr lang="en-US" dirty="0"/>
              <a:t>69 words</a:t>
            </a:r>
            <a:endParaRPr lang="en-US" b="1" u="sng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86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C505-93BD-9565-EA15-8D6C11E9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Paragraph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C2E69-6826-284E-C77D-EB00B8B3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Chat GPT is a heaven for teachers as it provides the feature of 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grading assistance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 them.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To begin with, it offers </a:t>
            </a:r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automated scoring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for provision of grades. </a:t>
            </a:r>
            <a:r>
              <a:rPr lang="en-US" b="0" i="0" dirty="0">
                <a:solidFill>
                  <a:schemeClr val="accent4">
                    <a:lumMod val="75000"/>
                  </a:schemeClr>
                </a:solidFill>
                <a:effectLst/>
              </a:rPr>
              <a:t>By inputting a predefined rubric into Chat GPT's database, the system automatically assigns scores, alleviating the need for manual paper checking by educators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Moreover, workload is heavily minimized, resulting in a </a:t>
            </a:r>
            <a:r>
              <a:rPr lang="en-US" b="1" u="sng" dirty="0">
                <a:solidFill>
                  <a:schemeClr val="accent5">
                    <a:lumMod val="75000"/>
                  </a:schemeClr>
                </a:solidFill>
              </a:rPr>
              <a:t>time saver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for educators. </a:t>
            </a:r>
            <a:r>
              <a:rPr lang="en-US" b="0" i="0" dirty="0">
                <a:solidFill>
                  <a:schemeClr val="accent5">
                    <a:lumMod val="75000"/>
                  </a:schemeClr>
                </a:solidFill>
                <a:effectLst/>
              </a:rPr>
              <a:t>It reduces the administrative burden of grading, allowing educators to focus on higher-impact educational activities.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78 words</a:t>
            </a:r>
          </a:p>
        </p:txBody>
      </p:sp>
    </p:spTree>
    <p:extLst>
      <p:ext uri="{BB962C8B-B14F-4D97-AF65-F5344CB8AC3E}">
        <p14:creationId xmlns:p14="http://schemas.microsoft.com/office/powerpoint/2010/main" val="194717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F6D3-85CC-A229-2972-D6430F34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4239B-D076-2A91-DC10-2FE418E0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conclude, Chat GPT has multitude of uses in classrooms and some of them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are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research support for students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</a:t>
            </a:r>
            <a:r>
              <a:rPr lang="en-US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mmediate feedback</a:t>
            </a:r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 on performances and </a:t>
            </a:r>
            <a:r>
              <a:rPr lang="en-US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grading assistance to teachers. </a:t>
            </a:r>
            <a:r>
              <a:rPr lang="en-US" i="0" dirty="0">
                <a:effectLst/>
              </a:rPr>
              <a:t>Evidently, it is only a matter of time before Chat GPT reaches new heights in technological advancements, and who knows what’s next in the store for us.</a:t>
            </a:r>
          </a:p>
          <a:p>
            <a:r>
              <a:rPr lang="en-US" dirty="0"/>
              <a:t>55 words</a:t>
            </a:r>
          </a:p>
          <a:p>
            <a:r>
              <a:rPr lang="en-US"/>
              <a:t>327 </a:t>
            </a:r>
            <a:r>
              <a:rPr lang="en-US" dirty="0"/>
              <a:t>total words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518016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303</TotalTime>
  <Words>407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2</vt:lpstr>
      <vt:lpstr>Quotable</vt:lpstr>
      <vt:lpstr>Use Of Chat GPT in Classrooms </vt:lpstr>
      <vt:lpstr>Introductory Paragraph</vt:lpstr>
      <vt:lpstr>Body Paragraph 1</vt:lpstr>
      <vt:lpstr>Body Paragraph 2</vt:lpstr>
      <vt:lpstr>Body Paragraph 3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ChatGPT in Classrooms </dc:title>
  <dc:creator>abdul munam</dc:creator>
  <cp:lastModifiedBy>abdul munam</cp:lastModifiedBy>
  <cp:revision>15</cp:revision>
  <dcterms:created xsi:type="dcterms:W3CDTF">2023-10-21T10:13:49Z</dcterms:created>
  <dcterms:modified xsi:type="dcterms:W3CDTF">2023-10-21T15:38:20Z</dcterms:modified>
</cp:coreProperties>
</file>