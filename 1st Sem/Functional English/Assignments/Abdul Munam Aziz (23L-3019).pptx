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10/30/2023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10/30/2023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10/30/2023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10/30/2023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10/30/2023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10/30/2023</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10/30/2023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10/30/2023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10/30/2023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10/30/2023</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CA7C8-58B7-E7FF-838A-23A79D3CEB0C}"/>
              </a:ext>
            </a:extLst>
          </p:cNvPr>
          <p:cNvSpPr>
            <a:spLocks noGrp="1"/>
          </p:cNvSpPr>
          <p:nvPr>
            <p:ph type="ctrTitle"/>
          </p:nvPr>
        </p:nvSpPr>
        <p:spPr/>
        <p:txBody>
          <a:bodyPr/>
          <a:lstStyle/>
          <a:p>
            <a:r>
              <a:rPr lang="en-US" dirty="0"/>
              <a:t>Violent Video Games</a:t>
            </a:r>
            <a:br>
              <a:rPr lang="en-US" dirty="0"/>
            </a:br>
            <a:r>
              <a:rPr lang="en-US" dirty="0"/>
              <a:t>(Cause &amp; Effect)</a:t>
            </a:r>
            <a:endParaRPr lang="en-PK" dirty="0"/>
          </a:p>
        </p:txBody>
      </p:sp>
      <p:sp>
        <p:nvSpPr>
          <p:cNvPr id="3" name="Subtitle 2">
            <a:extLst>
              <a:ext uri="{FF2B5EF4-FFF2-40B4-BE49-F238E27FC236}">
                <a16:creationId xmlns:a16="http://schemas.microsoft.com/office/drawing/2014/main" id="{F961BCDE-8908-A2FA-85AB-E3B5D63ED737}"/>
              </a:ext>
            </a:extLst>
          </p:cNvPr>
          <p:cNvSpPr>
            <a:spLocks noGrp="1"/>
          </p:cNvSpPr>
          <p:nvPr>
            <p:ph type="subTitle" idx="1"/>
          </p:nvPr>
        </p:nvSpPr>
        <p:spPr>
          <a:xfrm>
            <a:off x="810001" y="5280847"/>
            <a:ext cx="10572000" cy="800776"/>
          </a:xfrm>
        </p:spPr>
        <p:txBody>
          <a:bodyPr>
            <a:normAutofit/>
          </a:bodyPr>
          <a:lstStyle/>
          <a:p>
            <a:r>
              <a:rPr lang="en-US" dirty="0"/>
              <a:t>By Abdul Munam Aziz</a:t>
            </a:r>
          </a:p>
          <a:p>
            <a:r>
              <a:rPr lang="en-US" dirty="0"/>
              <a:t>23L-3019</a:t>
            </a:r>
            <a:endParaRPr lang="en-PK" dirty="0"/>
          </a:p>
        </p:txBody>
      </p:sp>
    </p:spTree>
    <p:extLst>
      <p:ext uri="{BB962C8B-B14F-4D97-AF65-F5344CB8AC3E}">
        <p14:creationId xmlns:p14="http://schemas.microsoft.com/office/powerpoint/2010/main" val="544718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A03AF-4D8C-8F5A-3E22-0AFABA747E08}"/>
              </a:ext>
            </a:extLst>
          </p:cNvPr>
          <p:cNvSpPr>
            <a:spLocks noGrp="1"/>
          </p:cNvSpPr>
          <p:nvPr>
            <p:ph type="title"/>
          </p:nvPr>
        </p:nvSpPr>
        <p:spPr/>
        <p:txBody>
          <a:bodyPr/>
          <a:lstStyle/>
          <a:p>
            <a:r>
              <a:rPr lang="en-US" dirty="0"/>
              <a:t>Introductory Paragraph</a:t>
            </a:r>
            <a:endParaRPr lang="en-PK" dirty="0"/>
          </a:p>
        </p:txBody>
      </p:sp>
      <p:sp>
        <p:nvSpPr>
          <p:cNvPr id="3" name="Content Placeholder 2">
            <a:extLst>
              <a:ext uri="{FF2B5EF4-FFF2-40B4-BE49-F238E27FC236}">
                <a16:creationId xmlns:a16="http://schemas.microsoft.com/office/drawing/2014/main" id="{00605DC2-6E8B-E245-9708-888FCEA497AE}"/>
              </a:ext>
            </a:extLst>
          </p:cNvPr>
          <p:cNvSpPr>
            <a:spLocks noGrp="1"/>
          </p:cNvSpPr>
          <p:nvPr>
            <p:ph idx="1"/>
          </p:nvPr>
        </p:nvSpPr>
        <p:spPr/>
        <p:txBody>
          <a:bodyPr/>
          <a:lstStyle/>
          <a:p>
            <a:r>
              <a:rPr lang="en-US" dirty="0">
                <a:solidFill>
                  <a:srgbClr val="00B0F0"/>
                </a:solidFill>
              </a:rPr>
              <a:t>Do You like playing Video Games all day? </a:t>
            </a:r>
            <a:r>
              <a:rPr lang="en-US" dirty="0"/>
              <a:t>Video games are a digital form of entertainment comprising of gameplay, characters and an imaginative world. </a:t>
            </a:r>
            <a:r>
              <a:rPr lang="en-US" dirty="0">
                <a:solidFill>
                  <a:schemeClr val="accent1">
                    <a:lumMod val="60000"/>
                    <a:lumOff val="40000"/>
                  </a:schemeClr>
                </a:solidFill>
              </a:rPr>
              <a:t>Violent video games are the source of many issues like </a:t>
            </a:r>
            <a:r>
              <a:rPr lang="en-US" b="1" u="sng" dirty="0">
                <a:solidFill>
                  <a:schemeClr val="accent1">
                    <a:lumMod val="60000"/>
                    <a:lumOff val="40000"/>
                  </a:schemeClr>
                </a:solidFill>
              </a:rPr>
              <a:t>increased aggression</a:t>
            </a:r>
            <a:r>
              <a:rPr lang="en-US" dirty="0">
                <a:solidFill>
                  <a:schemeClr val="accent1">
                    <a:lumMod val="60000"/>
                    <a:lumOff val="40000"/>
                  </a:schemeClr>
                </a:solidFill>
              </a:rPr>
              <a:t>, </a:t>
            </a:r>
            <a:r>
              <a:rPr lang="en-US" b="1" u="sng" dirty="0">
                <a:solidFill>
                  <a:schemeClr val="accent1">
                    <a:lumMod val="60000"/>
                    <a:lumOff val="40000"/>
                  </a:schemeClr>
                </a:solidFill>
              </a:rPr>
              <a:t>increased desensitization to violence</a:t>
            </a:r>
            <a:r>
              <a:rPr lang="en-US" dirty="0">
                <a:solidFill>
                  <a:schemeClr val="accent1">
                    <a:lumMod val="60000"/>
                    <a:lumOff val="40000"/>
                  </a:schemeClr>
                </a:solidFill>
              </a:rPr>
              <a:t>, and </a:t>
            </a:r>
            <a:r>
              <a:rPr lang="en-US" b="1" u="sng" dirty="0">
                <a:solidFill>
                  <a:schemeClr val="accent1">
                    <a:lumMod val="60000"/>
                    <a:lumOff val="40000"/>
                  </a:schemeClr>
                </a:solidFill>
              </a:rPr>
              <a:t>changing brain activities</a:t>
            </a:r>
            <a:r>
              <a:rPr lang="en-US" dirty="0">
                <a:solidFill>
                  <a:schemeClr val="accent1">
                    <a:lumMod val="60000"/>
                    <a:lumOff val="40000"/>
                  </a:schemeClr>
                </a:solidFill>
              </a:rPr>
              <a:t>. </a:t>
            </a:r>
            <a:r>
              <a:rPr lang="en-US" dirty="0">
                <a:solidFill>
                  <a:schemeClr val="accent4">
                    <a:lumMod val="75000"/>
                  </a:schemeClr>
                </a:solidFill>
              </a:rPr>
              <a:t>Increasing aggression results in unacceptable social and moral behaviors within the society.</a:t>
            </a:r>
          </a:p>
          <a:p>
            <a:r>
              <a:rPr lang="en-US" dirty="0"/>
              <a:t>55</a:t>
            </a:r>
            <a:endParaRPr lang="en-PK" dirty="0"/>
          </a:p>
        </p:txBody>
      </p:sp>
    </p:spTree>
    <p:extLst>
      <p:ext uri="{BB962C8B-B14F-4D97-AF65-F5344CB8AC3E}">
        <p14:creationId xmlns:p14="http://schemas.microsoft.com/office/powerpoint/2010/main" val="4160475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4C6B3-3357-AF09-86E0-1E660CAB0CAD}"/>
              </a:ext>
            </a:extLst>
          </p:cNvPr>
          <p:cNvSpPr>
            <a:spLocks noGrp="1"/>
          </p:cNvSpPr>
          <p:nvPr>
            <p:ph type="title"/>
          </p:nvPr>
        </p:nvSpPr>
        <p:spPr/>
        <p:txBody>
          <a:bodyPr/>
          <a:lstStyle/>
          <a:p>
            <a:r>
              <a:rPr lang="en-US" dirty="0"/>
              <a:t>Body Paragraph 1</a:t>
            </a:r>
            <a:endParaRPr lang="en-PK" dirty="0"/>
          </a:p>
        </p:txBody>
      </p:sp>
      <p:sp>
        <p:nvSpPr>
          <p:cNvPr id="3" name="Content Placeholder 2">
            <a:extLst>
              <a:ext uri="{FF2B5EF4-FFF2-40B4-BE49-F238E27FC236}">
                <a16:creationId xmlns:a16="http://schemas.microsoft.com/office/drawing/2014/main" id="{30F1EF69-B5F4-11E4-7064-9FBAD5FEC749}"/>
              </a:ext>
            </a:extLst>
          </p:cNvPr>
          <p:cNvSpPr>
            <a:spLocks noGrp="1"/>
          </p:cNvSpPr>
          <p:nvPr>
            <p:ph idx="1"/>
          </p:nvPr>
        </p:nvSpPr>
        <p:spPr/>
        <p:txBody>
          <a:bodyPr/>
          <a:lstStyle/>
          <a:p>
            <a:r>
              <a:rPr lang="en-US" b="0" i="0" dirty="0">
                <a:solidFill>
                  <a:schemeClr val="accent1">
                    <a:lumMod val="60000"/>
                    <a:lumOff val="40000"/>
                  </a:schemeClr>
                </a:solidFill>
                <a:effectLst/>
              </a:rPr>
              <a:t>Heightened aggression from exposure to violent video games can lead to social and moral behavior changes</a:t>
            </a:r>
            <a:r>
              <a:rPr lang="en-US" b="0" i="0" dirty="0">
                <a:solidFill>
                  <a:srgbClr val="D1D5DB"/>
                </a:solidFill>
                <a:effectLst/>
              </a:rPr>
              <a:t>. </a:t>
            </a:r>
            <a:r>
              <a:rPr lang="en-US" b="0" i="0" dirty="0">
                <a:solidFill>
                  <a:schemeClr val="accent2">
                    <a:lumMod val="75000"/>
                  </a:schemeClr>
                </a:solidFill>
                <a:effectLst/>
              </a:rPr>
              <a:t>This increased aggression may result in impulsive and potentially criminal actions</a:t>
            </a:r>
            <a:r>
              <a:rPr lang="en-US" dirty="0">
                <a:solidFill>
                  <a:srgbClr val="D1D5DB"/>
                </a:solidFill>
              </a:rPr>
              <a:t>.</a:t>
            </a:r>
            <a:r>
              <a:rPr lang="en-US" b="0" i="0" dirty="0">
                <a:solidFill>
                  <a:srgbClr val="D1D5DB"/>
                </a:solidFill>
                <a:effectLst/>
              </a:rPr>
              <a:t> The crimes including theft, robbery, or even murder. </a:t>
            </a:r>
            <a:r>
              <a:rPr lang="en-US" b="0" i="0" dirty="0">
                <a:solidFill>
                  <a:schemeClr val="accent4">
                    <a:lumMod val="75000"/>
                  </a:schemeClr>
                </a:solidFill>
                <a:effectLst/>
              </a:rPr>
              <a:t>Another effect is that not succeeding in the game stages can trigger irritable and rude behavior</a:t>
            </a:r>
            <a:r>
              <a:rPr lang="en-US" b="0" i="0" dirty="0">
                <a:solidFill>
                  <a:srgbClr val="D1D5DB"/>
                </a:solidFill>
                <a:effectLst/>
              </a:rPr>
              <a:t>. </a:t>
            </a:r>
            <a:r>
              <a:rPr lang="en-US" b="0" i="0" dirty="0">
                <a:solidFill>
                  <a:schemeClr val="accent5">
                    <a:lumMod val="75000"/>
                  </a:schemeClr>
                </a:solidFill>
                <a:effectLst/>
              </a:rPr>
              <a:t>Moreover, prolonged exposure to these games raises the risk of desensitization to violence</a:t>
            </a:r>
          </a:p>
          <a:p>
            <a:r>
              <a:rPr lang="en-US" dirty="0"/>
              <a:t>64</a:t>
            </a:r>
          </a:p>
        </p:txBody>
      </p:sp>
    </p:spTree>
    <p:extLst>
      <p:ext uri="{BB962C8B-B14F-4D97-AF65-F5344CB8AC3E}">
        <p14:creationId xmlns:p14="http://schemas.microsoft.com/office/powerpoint/2010/main" val="168424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B75E0-9645-F88A-E295-6CEC51D71112}"/>
              </a:ext>
            </a:extLst>
          </p:cNvPr>
          <p:cNvSpPr>
            <a:spLocks noGrp="1"/>
          </p:cNvSpPr>
          <p:nvPr>
            <p:ph type="title"/>
          </p:nvPr>
        </p:nvSpPr>
        <p:spPr/>
        <p:txBody>
          <a:bodyPr/>
          <a:lstStyle/>
          <a:p>
            <a:r>
              <a:rPr lang="en-US" dirty="0"/>
              <a:t>Body Paragraph 2</a:t>
            </a:r>
            <a:endParaRPr lang="en-PK" dirty="0"/>
          </a:p>
        </p:txBody>
      </p:sp>
      <p:sp>
        <p:nvSpPr>
          <p:cNvPr id="3" name="Content Placeholder 2">
            <a:extLst>
              <a:ext uri="{FF2B5EF4-FFF2-40B4-BE49-F238E27FC236}">
                <a16:creationId xmlns:a16="http://schemas.microsoft.com/office/drawing/2014/main" id="{03DD400E-FAED-4860-CA41-89A68673378D}"/>
              </a:ext>
            </a:extLst>
          </p:cNvPr>
          <p:cNvSpPr>
            <a:spLocks noGrp="1"/>
          </p:cNvSpPr>
          <p:nvPr>
            <p:ph idx="1"/>
          </p:nvPr>
        </p:nvSpPr>
        <p:spPr/>
        <p:txBody>
          <a:bodyPr/>
          <a:lstStyle/>
          <a:p>
            <a:r>
              <a:rPr lang="en-US" dirty="0">
                <a:solidFill>
                  <a:srgbClr val="00B0F0"/>
                </a:solidFill>
              </a:rPr>
              <a:t>Another effect is Desensitization to violence</a:t>
            </a:r>
            <a:r>
              <a:rPr lang="en-US" dirty="0"/>
              <a:t>. </a:t>
            </a:r>
            <a:r>
              <a:rPr lang="en-US" dirty="0">
                <a:solidFill>
                  <a:schemeClr val="accent1">
                    <a:lumMod val="60000"/>
                    <a:lumOff val="40000"/>
                  </a:schemeClr>
                </a:solidFill>
              </a:rPr>
              <a:t>Resulting from consistent of exposure to video games makes the person emotionless to the violence around</a:t>
            </a:r>
            <a:r>
              <a:rPr lang="en-US" dirty="0"/>
              <a:t>. For instance, in 2011 a man nearly choked a child to death for merely beating him in a match[CBS News]. </a:t>
            </a:r>
            <a:r>
              <a:rPr lang="en-US" dirty="0">
                <a:solidFill>
                  <a:schemeClr val="accent4">
                    <a:lumMod val="75000"/>
                  </a:schemeClr>
                </a:solidFill>
              </a:rPr>
              <a:t>By becoming less sensitive, it would result in a society of zombies where the difference of right and wrong will be lost. </a:t>
            </a:r>
            <a:r>
              <a:rPr lang="en-US" dirty="0">
                <a:solidFill>
                  <a:schemeClr val="accent5">
                    <a:lumMod val="75000"/>
                  </a:schemeClr>
                </a:solidFill>
              </a:rPr>
              <a:t>In addition, Long hours of gameplay results in change in brain activities.</a:t>
            </a:r>
          </a:p>
          <a:p>
            <a:r>
              <a:rPr lang="en-US" dirty="0"/>
              <a:t>75</a:t>
            </a:r>
            <a:endParaRPr lang="en-PK" dirty="0"/>
          </a:p>
        </p:txBody>
      </p:sp>
    </p:spTree>
    <p:extLst>
      <p:ext uri="{BB962C8B-B14F-4D97-AF65-F5344CB8AC3E}">
        <p14:creationId xmlns:p14="http://schemas.microsoft.com/office/powerpoint/2010/main" val="3518647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4DF3-1B6D-EB06-489D-E3284BB080C1}"/>
              </a:ext>
            </a:extLst>
          </p:cNvPr>
          <p:cNvSpPr>
            <a:spLocks noGrp="1"/>
          </p:cNvSpPr>
          <p:nvPr>
            <p:ph type="title"/>
          </p:nvPr>
        </p:nvSpPr>
        <p:spPr/>
        <p:txBody>
          <a:bodyPr/>
          <a:lstStyle/>
          <a:p>
            <a:r>
              <a:rPr lang="en-US" dirty="0"/>
              <a:t>Body Paragraph 3</a:t>
            </a:r>
            <a:endParaRPr lang="en-PK" dirty="0"/>
          </a:p>
        </p:txBody>
      </p:sp>
      <p:sp>
        <p:nvSpPr>
          <p:cNvPr id="3" name="Content Placeholder 2">
            <a:extLst>
              <a:ext uri="{FF2B5EF4-FFF2-40B4-BE49-F238E27FC236}">
                <a16:creationId xmlns:a16="http://schemas.microsoft.com/office/drawing/2014/main" id="{B8B5AB5E-959B-5BF5-42E8-E137FB74E21E}"/>
              </a:ext>
            </a:extLst>
          </p:cNvPr>
          <p:cNvSpPr>
            <a:spLocks noGrp="1"/>
          </p:cNvSpPr>
          <p:nvPr>
            <p:ph idx="1"/>
          </p:nvPr>
        </p:nvSpPr>
        <p:spPr/>
        <p:txBody>
          <a:bodyPr/>
          <a:lstStyle/>
          <a:p>
            <a:r>
              <a:rPr lang="en-US" dirty="0">
                <a:solidFill>
                  <a:srgbClr val="00B0F0"/>
                </a:solidFill>
              </a:rPr>
              <a:t>Changing brain activities, are another effect of violent video games</a:t>
            </a:r>
            <a:r>
              <a:rPr lang="en-US" dirty="0"/>
              <a:t>. </a:t>
            </a:r>
            <a:r>
              <a:rPr lang="en-US" dirty="0">
                <a:solidFill>
                  <a:schemeClr val="accent1">
                    <a:lumMod val="60000"/>
                    <a:lumOff val="40000"/>
                  </a:schemeClr>
                </a:solidFill>
              </a:rPr>
              <a:t>By playing, a pleasure seeking hormone , dopamine , is secreted excessively in the brain, so it hooks the person into playing for many hours and cutting him/her from the outside world</a:t>
            </a:r>
            <a:r>
              <a:rPr lang="en-US" dirty="0"/>
              <a:t>. </a:t>
            </a:r>
            <a:r>
              <a:rPr lang="en-US" dirty="0">
                <a:solidFill>
                  <a:schemeClr val="accent4">
                    <a:lumMod val="75000"/>
                  </a:schemeClr>
                </a:solidFill>
              </a:rPr>
              <a:t>Playing Video games excessively results in disruption of sleep patterns , potentially leading to hazardous effects mental well-being. </a:t>
            </a:r>
            <a:r>
              <a:rPr lang="en-US" dirty="0"/>
              <a:t>Consequently, it will lead to poor performances in daily life tasks.</a:t>
            </a:r>
          </a:p>
          <a:p>
            <a:r>
              <a:rPr lang="en-US" dirty="0"/>
              <a:t>69</a:t>
            </a:r>
          </a:p>
        </p:txBody>
      </p:sp>
    </p:spTree>
    <p:extLst>
      <p:ext uri="{BB962C8B-B14F-4D97-AF65-F5344CB8AC3E}">
        <p14:creationId xmlns:p14="http://schemas.microsoft.com/office/powerpoint/2010/main" val="4164860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59C8D-2524-0F27-7B4B-B42BB1F16A71}"/>
              </a:ext>
            </a:extLst>
          </p:cNvPr>
          <p:cNvSpPr>
            <a:spLocks noGrp="1"/>
          </p:cNvSpPr>
          <p:nvPr>
            <p:ph type="title"/>
          </p:nvPr>
        </p:nvSpPr>
        <p:spPr/>
        <p:txBody>
          <a:bodyPr/>
          <a:lstStyle/>
          <a:p>
            <a:r>
              <a:rPr lang="en-US" dirty="0"/>
              <a:t>Conclusion</a:t>
            </a:r>
            <a:endParaRPr lang="en-PK" dirty="0"/>
          </a:p>
        </p:txBody>
      </p:sp>
      <p:sp>
        <p:nvSpPr>
          <p:cNvPr id="3" name="Content Placeholder 2">
            <a:extLst>
              <a:ext uri="{FF2B5EF4-FFF2-40B4-BE49-F238E27FC236}">
                <a16:creationId xmlns:a16="http://schemas.microsoft.com/office/drawing/2014/main" id="{45CC1CFE-7F40-4D19-9E19-70DFF739F054}"/>
              </a:ext>
            </a:extLst>
          </p:cNvPr>
          <p:cNvSpPr>
            <a:spLocks noGrp="1"/>
          </p:cNvSpPr>
          <p:nvPr>
            <p:ph idx="1"/>
          </p:nvPr>
        </p:nvSpPr>
        <p:spPr/>
        <p:txBody>
          <a:bodyPr/>
          <a:lstStyle/>
          <a:p>
            <a:r>
              <a:rPr lang="en-US" dirty="0">
                <a:solidFill>
                  <a:schemeClr val="accent5">
                    <a:lumMod val="75000"/>
                  </a:schemeClr>
                </a:solidFill>
              </a:rPr>
              <a:t>Above all considered, Violent video games have many effects in our daily lives such as </a:t>
            </a:r>
            <a:r>
              <a:rPr lang="en-US" b="1" u="sng" dirty="0">
                <a:solidFill>
                  <a:schemeClr val="accent5">
                    <a:lumMod val="75000"/>
                  </a:schemeClr>
                </a:solidFill>
              </a:rPr>
              <a:t>addiction</a:t>
            </a:r>
            <a:r>
              <a:rPr lang="en-US" dirty="0">
                <a:solidFill>
                  <a:schemeClr val="accent5">
                    <a:lumMod val="75000"/>
                  </a:schemeClr>
                </a:solidFill>
              </a:rPr>
              <a:t>, </a:t>
            </a:r>
            <a:r>
              <a:rPr lang="en-US" b="1" u="sng" dirty="0">
                <a:solidFill>
                  <a:schemeClr val="accent5">
                    <a:lumMod val="75000"/>
                  </a:schemeClr>
                </a:solidFill>
              </a:rPr>
              <a:t>desensitization to violence</a:t>
            </a:r>
            <a:r>
              <a:rPr lang="en-US" dirty="0">
                <a:solidFill>
                  <a:schemeClr val="accent5">
                    <a:lumMod val="75000"/>
                  </a:schemeClr>
                </a:solidFill>
              </a:rPr>
              <a:t>, and </a:t>
            </a:r>
            <a:r>
              <a:rPr lang="en-US" b="1" u="sng" dirty="0">
                <a:solidFill>
                  <a:schemeClr val="accent5">
                    <a:lumMod val="75000"/>
                  </a:schemeClr>
                </a:solidFill>
              </a:rPr>
              <a:t>aggression</a:t>
            </a:r>
            <a:r>
              <a:rPr lang="en-US" dirty="0"/>
              <a:t>. It is inevitable that the latest technologies will spread to the most remote locations on Earth in the coming years. It is essential to equip ourselves with knowledge to counter the negative impacts that they bring with themselves.</a:t>
            </a:r>
          </a:p>
          <a:p>
            <a:r>
              <a:rPr lang="en-US" dirty="0"/>
              <a:t>59</a:t>
            </a:r>
          </a:p>
          <a:p>
            <a:r>
              <a:rPr lang="en-US"/>
              <a:t>322</a:t>
            </a:r>
            <a:endParaRPr lang="en-US" dirty="0"/>
          </a:p>
          <a:p>
            <a:endParaRPr lang="en-PK" dirty="0"/>
          </a:p>
        </p:txBody>
      </p:sp>
    </p:spTree>
    <p:extLst>
      <p:ext uri="{BB962C8B-B14F-4D97-AF65-F5344CB8AC3E}">
        <p14:creationId xmlns:p14="http://schemas.microsoft.com/office/powerpoint/2010/main" val="24243949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123</TotalTime>
  <Words>398</Words>
  <Application>Microsoft Office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Century Gothic</vt:lpstr>
      <vt:lpstr>Wingdings 2</vt:lpstr>
      <vt:lpstr>Quotable</vt:lpstr>
      <vt:lpstr>Violent Video Games (Cause &amp; Effect)</vt:lpstr>
      <vt:lpstr>Introductory Paragraph</vt:lpstr>
      <vt:lpstr>Body Paragraph 1</vt:lpstr>
      <vt:lpstr>Body Paragraph 2</vt:lpstr>
      <vt:lpstr>Body Paragraph 3</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Violent Video Games (Cause &amp; Effect)</dc:title>
  <dc:creator>abdul munam</dc:creator>
  <cp:lastModifiedBy>abdul munam</cp:lastModifiedBy>
  <cp:revision>11</cp:revision>
  <dcterms:created xsi:type="dcterms:W3CDTF">2023-10-30T05:03:56Z</dcterms:created>
  <dcterms:modified xsi:type="dcterms:W3CDTF">2023-10-30T07:17:03Z</dcterms:modified>
</cp:coreProperties>
</file>