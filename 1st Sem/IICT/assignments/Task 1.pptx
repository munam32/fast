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8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25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68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6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28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7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6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0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66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77EA6-C22B-4534-97A7-50F7DDD5FC39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E0D263-2270-4653-A873-3D1EBE027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65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707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 TASKS</a:t>
            </a:r>
            <a:br>
              <a:rPr lang="en-US" dirty="0"/>
            </a:br>
            <a:r>
              <a:rPr lang="en-US" dirty="0"/>
              <a:t>25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1039"/>
            <a:ext cx="9535612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a Byte is assumed to represent a number, as described earlier, then what is the range (minimum and maximum values) of numbers that can be stored in a 8-bit Byte?</a:t>
            </a:r>
          </a:p>
        </p:txBody>
      </p:sp>
    </p:spTree>
    <p:extLst>
      <p:ext uri="{BB962C8B-B14F-4D97-AF65-F5344CB8AC3E}">
        <p14:creationId xmlns:p14="http://schemas.microsoft.com/office/powerpoint/2010/main" val="720755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107"/>
          </a:xfrm>
        </p:spPr>
        <p:txBody>
          <a:bodyPr/>
          <a:lstStyle/>
          <a:p>
            <a:r>
              <a:rPr lang="en-US" dirty="0"/>
              <a:t>Tasks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42403"/>
            <a:ext cx="9303793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Represent each of the following quantity in 2-bytes using </a:t>
            </a:r>
            <a:br>
              <a:rPr lang="en-US" sz="2400" dirty="0"/>
            </a:br>
            <a:r>
              <a:rPr lang="en-US" sz="2400" dirty="0"/>
              <a:t>sign-magnitude method.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05567" y="2955291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65536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-65535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-32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409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7197"/>
          </a:xfrm>
        </p:spPr>
        <p:txBody>
          <a:bodyPr/>
          <a:lstStyle/>
          <a:p>
            <a:r>
              <a:rPr lang="en-US" dirty="0"/>
              <a:t>Tasks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6797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Represent the following integer quantities as sequence of bytes encoded using ASCII characters.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36631" y="2594683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039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  Using ASCII convert binary coded message into Word</a:t>
            </a:r>
          </a:p>
          <a:p>
            <a:pPr marL="0" indent="0">
              <a:buNone/>
            </a:pPr>
            <a:r>
              <a:rPr lang="en-US" dirty="0"/>
              <a:t> 1001100   1100101  1101101  1101111   1101110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 Convert Letter “BLUE” to binary 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870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Task5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2647" y="1538755"/>
            <a:ext cx="10515600" cy="4351338"/>
          </a:xfrm>
        </p:spPr>
        <p:txBody>
          <a:bodyPr/>
          <a:lstStyle/>
          <a:p>
            <a:r>
              <a:rPr lang="en-US" dirty="0"/>
              <a:t>Perform Hex addition (59F) base 16 and (E46) base 16.</a:t>
            </a:r>
          </a:p>
          <a:p>
            <a:r>
              <a:rPr lang="en-US" dirty="0"/>
              <a:t>Perform Octal multiplication (762) x (45)  both  bases are 8</a:t>
            </a:r>
          </a:p>
          <a:p>
            <a:r>
              <a:rPr lang="en-US" dirty="0"/>
              <a:t>  Subtract 1101110 from 11000 (binary subtraction of unsigned no)</a:t>
            </a:r>
          </a:p>
        </p:txBody>
      </p:sp>
    </p:spTree>
    <p:extLst>
      <p:ext uri="{BB962C8B-B14F-4D97-AF65-F5344CB8AC3E}">
        <p14:creationId xmlns:p14="http://schemas.microsoft.com/office/powerpoint/2010/main" val="30420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145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  TASKS 25 Marks</vt:lpstr>
      <vt:lpstr>Tasks 2</vt:lpstr>
      <vt:lpstr>Tasks 3</vt:lpstr>
      <vt:lpstr>Task 4</vt:lpstr>
      <vt:lpstr>Task5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# 2</dc:title>
  <dc:creator>FAST (FAST-LHR-NUCES)</dc:creator>
  <cp:lastModifiedBy>MAHNOOR SAMI</cp:lastModifiedBy>
  <cp:revision>10</cp:revision>
  <dcterms:created xsi:type="dcterms:W3CDTF">2022-09-01T10:26:24Z</dcterms:created>
  <dcterms:modified xsi:type="dcterms:W3CDTF">2023-08-28T06:16:53Z</dcterms:modified>
</cp:coreProperties>
</file>